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76" r:id="rId3"/>
    <p:sldId id="258" r:id="rId4"/>
    <p:sldId id="307" r:id="rId5"/>
    <p:sldId id="308" r:id="rId6"/>
    <p:sldId id="309" r:id="rId7"/>
    <p:sldId id="310" r:id="rId8"/>
    <p:sldId id="311" r:id="rId9"/>
    <p:sldId id="312" r:id="rId10"/>
    <p:sldId id="313" r:id="rId11"/>
    <p:sldId id="314" r:id="rId12"/>
    <p:sldId id="315" r:id="rId13"/>
    <p:sldId id="316" r:id="rId14"/>
    <p:sldId id="327" r:id="rId15"/>
    <p:sldId id="328" r:id="rId16"/>
    <p:sldId id="329" r:id="rId17"/>
    <p:sldId id="330" r:id="rId18"/>
    <p:sldId id="331" r:id="rId19"/>
    <p:sldId id="332" r:id="rId20"/>
    <p:sldId id="333" r:id="rId21"/>
    <p:sldId id="334" r:id="rId22"/>
    <p:sldId id="335" r:id="rId23"/>
    <p:sldId id="336" r:id="rId24"/>
    <p:sldId id="337" r:id="rId25"/>
    <p:sldId id="338" r:id="rId26"/>
    <p:sldId id="339" r:id="rId27"/>
    <p:sldId id="340" r:id="rId28"/>
    <p:sldId id="345" r:id="rId29"/>
    <p:sldId id="346" r:id="rId30"/>
    <p:sldId id="347" r:id="rId31"/>
    <p:sldId id="348" r:id="rId32"/>
    <p:sldId id="349" r:id="rId33"/>
    <p:sldId id="350" r:id="rId34"/>
    <p:sldId id="351" r:id="rId35"/>
    <p:sldId id="352" r:id="rId36"/>
    <p:sldId id="380" r:id="rId37"/>
    <p:sldId id="270" r:id="rId38"/>
    <p:sldId id="271" r:id="rId39"/>
    <p:sldId id="381" r:id="rId40"/>
    <p:sldId id="392" r:id="rId41"/>
    <p:sldId id="393" r:id="rId42"/>
    <p:sldId id="394" r:id="rId43"/>
    <p:sldId id="391" r:id="rId44"/>
    <p:sldId id="395" r:id="rId45"/>
    <p:sldId id="382" r:id="rId46"/>
    <p:sldId id="383" r:id="rId47"/>
    <p:sldId id="384" r:id="rId48"/>
    <p:sldId id="385" r:id="rId49"/>
    <p:sldId id="386" r:id="rId50"/>
    <p:sldId id="387" r:id="rId51"/>
    <p:sldId id="388" r:id="rId52"/>
    <p:sldId id="389" r:id="rId53"/>
    <p:sldId id="390" r:id="rId54"/>
    <p:sldId id="295" r:id="rId5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佈景主題樣式 1 - 輔色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930" y="3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512424-537A-40BC-8D44-CAC1D66ECA78}" type="doc">
      <dgm:prSet loTypeId="urn:microsoft.com/office/officeart/2008/layout/NameandTitleOrganizationalChart" loCatId="hierarchy" qsTypeId="urn:microsoft.com/office/officeart/2005/8/quickstyle/simple1#3" qsCatId="simple" csTypeId="urn:microsoft.com/office/officeart/2005/8/colors/colorful5" csCatId="colorful" phldr="1"/>
      <dgm:spPr/>
      <dgm:t>
        <a:bodyPr/>
        <a:lstStyle/>
        <a:p>
          <a:endParaRPr lang="zh-TW" altLang="en-US"/>
        </a:p>
      </dgm:t>
    </dgm:pt>
    <dgm:pt modelId="{CC1C53FD-B870-44ED-993F-0EEDDF64A6E1}">
      <dgm:prSet phldrT="[文字]"/>
      <dgm:spPr>
        <a:noFill/>
      </dgm:spPr>
      <dgm:t>
        <a:bodyPr/>
        <a:lstStyle/>
        <a:p>
          <a:r>
            <a:rPr lang="zh-TW" altLang="en-US" dirty="0">
              <a:solidFill>
                <a:schemeClr val="tx1"/>
              </a:solidFill>
            </a:rPr>
            <a:t>會員</a:t>
          </a:r>
          <a:r>
            <a:rPr lang="en-US" altLang="zh-TW" dirty="0">
              <a:solidFill>
                <a:schemeClr val="tx1"/>
              </a:solidFill>
            </a:rPr>
            <a:t>(</a:t>
          </a:r>
          <a:r>
            <a:rPr lang="zh-TW" altLang="en-US" dirty="0">
              <a:solidFill>
                <a:schemeClr val="tx1"/>
              </a:solidFill>
            </a:rPr>
            <a:t>代表</a:t>
          </a:r>
          <a:r>
            <a:rPr lang="en-US" altLang="zh-TW" dirty="0">
              <a:solidFill>
                <a:schemeClr val="tx1"/>
              </a:solidFill>
            </a:rPr>
            <a:t>)</a:t>
          </a:r>
          <a:r>
            <a:rPr lang="zh-TW" altLang="en-US" dirty="0">
              <a:solidFill>
                <a:schemeClr val="tx1"/>
              </a:solidFill>
            </a:rPr>
            <a:t>大會</a:t>
          </a:r>
        </a:p>
      </dgm:t>
    </dgm:pt>
    <dgm:pt modelId="{5F50917D-68EF-4330-8932-25BE55EC252F}" type="parTrans" cxnId="{9EFEDF03-0AD8-4C46-B86C-6B6D242E3DD4}">
      <dgm:prSet/>
      <dgm:spPr/>
      <dgm:t>
        <a:bodyPr/>
        <a:lstStyle/>
        <a:p>
          <a:endParaRPr lang="zh-TW" altLang="en-US">
            <a:solidFill>
              <a:schemeClr val="tx1"/>
            </a:solidFill>
          </a:endParaRPr>
        </a:p>
      </dgm:t>
    </dgm:pt>
    <dgm:pt modelId="{5BD566AF-0C88-4FAE-8BA0-397F3321356C}" type="sibTrans" cxnId="{9EFEDF03-0AD8-4C46-B86C-6B6D242E3DD4}">
      <dgm:prSet/>
      <dgm:spPr/>
      <dgm:t>
        <a:bodyPr/>
        <a:lstStyle/>
        <a:p>
          <a:endParaRPr lang="zh-TW" altLang="en-US">
            <a:solidFill>
              <a:schemeClr val="tx1"/>
            </a:solidFill>
          </a:endParaRPr>
        </a:p>
      </dgm:t>
    </dgm:pt>
    <dgm:pt modelId="{B02AFCF3-9F08-490B-9D40-27B1BB3E5CEE}">
      <dgm:prSet phldrT="[文字]"/>
      <dgm:spPr>
        <a:solidFill>
          <a:srgbClr val="00B0F0"/>
        </a:solidFill>
      </dgm:spPr>
      <dgm:t>
        <a:bodyPr/>
        <a:lstStyle/>
        <a:p>
          <a:r>
            <a:rPr lang="zh-TW" altLang="en-US" dirty="0">
              <a:solidFill>
                <a:schemeClr val="tx1"/>
              </a:solidFill>
            </a:rPr>
            <a:t>理事會</a:t>
          </a:r>
        </a:p>
      </dgm:t>
    </dgm:pt>
    <dgm:pt modelId="{F56DE7ED-2FFC-4A1E-948E-FD27AE236F8A}" type="parTrans" cxnId="{E37195D4-F149-4CD0-AAA4-25F01FD949CD}">
      <dgm:prSet/>
      <dgm:spPr/>
      <dgm:t>
        <a:bodyPr/>
        <a:lstStyle/>
        <a:p>
          <a:endParaRPr lang="zh-TW" altLang="en-US">
            <a:solidFill>
              <a:schemeClr val="tx1"/>
            </a:solidFill>
          </a:endParaRPr>
        </a:p>
      </dgm:t>
    </dgm:pt>
    <dgm:pt modelId="{9974E57E-EC41-4444-A34A-18078E1FDD85}" type="sibTrans" cxnId="{E37195D4-F149-4CD0-AAA4-25F01FD949CD}">
      <dgm:prSet/>
      <dgm:spPr/>
      <dgm:t>
        <a:bodyPr/>
        <a:lstStyle/>
        <a:p>
          <a:endParaRPr lang="zh-TW" altLang="en-US">
            <a:solidFill>
              <a:schemeClr val="tx1"/>
            </a:solidFill>
          </a:endParaRPr>
        </a:p>
      </dgm:t>
    </dgm:pt>
    <dgm:pt modelId="{8698B3CF-EB8D-4905-AD9A-6D07728B819D}">
      <dgm:prSet phldrT="[文字]"/>
      <dgm:spPr>
        <a:noFill/>
      </dgm:spPr>
      <dgm:t>
        <a:bodyPr/>
        <a:lstStyle/>
        <a:p>
          <a:r>
            <a:rPr lang="zh-TW" altLang="en-US" dirty="0">
              <a:solidFill>
                <a:schemeClr val="tx1"/>
              </a:solidFill>
            </a:rPr>
            <a:t>監事會</a:t>
          </a:r>
        </a:p>
      </dgm:t>
    </dgm:pt>
    <dgm:pt modelId="{51BD6CFB-AD50-46A0-844F-ECE606B15BC6}" type="parTrans" cxnId="{D48DBD34-5444-4A90-80A0-31DDF5476685}">
      <dgm:prSet/>
      <dgm:spPr/>
      <dgm:t>
        <a:bodyPr/>
        <a:lstStyle/>
        <a:p>
          <a:endParaRPr lang="zh-TW" altLang="en-US">
            <a:solidFill>
              <a:schemeClr val="tx1"/>
            </a:solidFill>
          </a:endParaRPr>
        </a:p>
      </dgm:t>
    </dgm:pt>
    <dgm:pt modelId="{47E170B9-9778-44FE-AF98-E428495A7AA0}" type="sibTrans" cxnId="{D48DBD34-5444-4A90-80A0-31DDF5476685}">
      <dgm:prSet/>
      <dgm:spPr/>
      <dgm:t>
        <a:bodyPr/>
        <a:lstStyle/>
        <a:p>
          <a:endParaRPr lang="zh-TW" altLang="en-US">
            <a:solidFill>
              <a:schemeClr val="tx1"/>
            </a:solidFill>
          </a:endParaRPr>
        </a:p>
      </dgm:t>
    </dgm:pt>
    <dgm:pt modelId="{32E561B6-D553-4F5A-A9A3-293C9FD04CC0}">
      <dgm:prSet phldrT="[文字]"/>
      <dgm:spPr>
        <a:noFill/>
      </dgm:spPr>
      <dgm:t>
        <a:bodyPr/>
        <a:lstStyle/>
        <a:p>
          <a:r>
            <a:rPr lang="zh-TW" altLang="en-US" dirty="0">
              <a:solidFill>
                <a:schemeClr val="tx1"/>
              </a:solidFill>
            </a:rPr>
            <a:t>理事長</a:t>
          </a:r>
        </a:p>
      </dgm:t>
    </dgm:pt>
    <dgm:pt modelId="{0B6FB515-A4A8-40E0-9884-545A8D9DDE70}" type="parTrans" cxnId="{6D1D8BE4-15CF-49FC-981E-44FCF3CFA509}">
      <dgm:prSet/>
      <dgm:spPr/>
      <dgm:t>
        <a:bodyPr/>
        <a:lstStyle/>
        <a:p>
          <a:endParaRPr lang="zh-TW" altLang="en-US">
            <a:solidFill>
              <a:schemeClr val="tx1"/>
            </a:solidFill>
          </a:endParaRPr>
        </a:p>
      </dgm:t>
    </dgm:pt>
    <dgm:pt modelId="{9D6B5436-0B2B-42A2-BFEC-4F7BBBFE35B0}" type="sibTrans" cxnId="{6D1D8BE4-15CF-49FC-981E-44FCF3CFA509}">
      <dgm:prSet/>
      <dgm:spPr/>
      <dgm:t>
        <a:bodyPr/>
        <a:lstStyle/>
        <a:p>
          <a:endParaRPr lang="zh-TW" altLang="en-US">
            <a:solidFill>
              <a:schemeClr val="tx1"/>
            </a:solidFill>
          </a:endParaRPr>
        </a:p>
      </dgm:t>
    </dgm:pt>
    <dgm:pt modelId="{45757682-0D5D-4F2E-BDC2-82C2BA7D7AF0}">
      <dgm:prSet phldrT="[文字]"/>
      <dgm:spPr>
        <a:noFill/>
      </dgm:spPr>
      <dgm:t>
        <a:bodyPr/>
        <a:lstStyle/>
        <a:p>
          <a:r>
            <a:rPr lang="zh-TW" altLang="en-US" dirty="0">
              <a:solidFill>
                <a:schemeClr val="tx1"/>
              </a:solidFill>
            </a:rPr>
            <a:t>常務監事</a:t>
          </a:r>
        </a:p>
      </dgm:t>
    </dgm:pt>
    <dgm:pt modelId="{F908A98E-33BD-46E1-A0A9-713D5A2FBC6F}" type="parTrans" cxnId="{BF398191-E22A-4BA2-81D5-2656AA43C084}">
      <dgm:prSet/>
      <dgm:spPr/>
      <dgm:t>
        <a:bodyPr/>
        <a:lstStyle/>
        <a:p>
          <a:endParaRPr lang="zh-TW" altLang="en-US">
            <a:solidFill>
              <a:schemeClr val="tx1"/>
            </a:solidFill>
          </a:endParaRPr>
        </a:p>
      </dgm:t>
    </dgm:pt>
    <dgm:pt modelId="{8E8EDE18-6860-4831-8A51-6B49DEA43554}" type="sibTrans" cxnId="{BF398191-E22A-4BA2-81D5-2656AA43C084}">
      <dgm:prSet/>
      <dgm:spPr/>
      <dgm:t>
        <a:bodyPr/>
        <a:lstStyle/>
        <a:p>
          <a:endParaRPr lang="zh-TW" altLang="en-US">
            <a:solidFill>
              <a:schemeClr val="tx1"/>
            </a:solidFill>
          </a:endParaRPr>
        </a:p>
      </dgm:t>
    </dgm:pt>
    <dgm:pt modelId="{801EAF95-D303-415B-9FD1-B126E0A3278D}">
      <dgm:prSet phldrT="[文字]"/>
      <dgm:spPr>
        <a:solidFill>
          <a:schemeClr val="accent6">
            <a:lumMod val="75000"/>
          </a:schemeClr>
        </a:solidFill>
      </dgm:spPr>
      <dgm:t>
        <a:bodyPr/>
        <a:lstStyle/>
        <a:p>
          <a:r>
            <a:rPr lang="zh-TW" altLang="en-US" dirty="0">
              <a:solidFill>
                <a:schemeClr val="tx1"/>
              </a:solidFill>
            </a:rPr>
            <a:t>總幹事</a:t>
          </a:r>
        </a:p>
      </dgm:t>
    </dgm:pt>
    <dgm:pt modelId="{EBF8B293-2A73-4D0C-949B-A34FBA61147A}" type="sibTrans" cxnId="{E70E55BB-F707-4492-BA83-36D9EAEB270F}">
      <dgm:prSet/>
      <dgm:spPr/>
      <dgm:t>
        <a:bodyPr/>
        <a:lstStyle/>
        <a:p>
          <a:endParaRPr lang="zh-TW" altLang="en-US">
            <a:solidFill>
              <a:schemeClr val="tx1"/>
            </a:solidFill>
          </a:endParaRPr>
        </a:p>
      </dgm:t>
    </dgm:pt>
    <dgm:pt modelId="{D5944809-06B1-486E-AAED-BEC2642B45E0}" type="parTrans" cxnId="{E70E55BB-F707-4492-BA83-36D9EAEB270F}">
      <dgm:prSet/>
      <dgm:spPr/>
      <dgm:t>
        <a:bodyPr/>
        <a:lstStyle/>
        <a:p>
          <a:endParaRPr lang="zh-TW" altLang="en-US">
            <a:solidFill>
              <a:schemeClr val="tx1"/>
            </a:solidFill>
          </a:endParaRPr>
        </a:p>
      </dgm:t>
    </dgm:pt>
    <dgm:pt modelId="{709FD6ED-F62C-46F8-BCDA-364A4F67595B}">
      <dgm:prSet phldrT="[文字]"/>
      <dgm:spPr>
        <a:solidFill>
          <a:schemeClr val="accent6">
            <a:lumMod val="75000"/>
          </a:schemeClr>
        </a:solidFill>
      </dgm:spPr>
      <dgm:t>
        <a:bodyPr/>
        <a:lstStyle/>
        <a:p>
          <a:r>
            <a:rPr lang="zh-TW" altLang="en-US" dirty="0">
              <a:solidFill>
                <a:schemeClr val="tx1"/>
              </a:solidFill>
            </a:rPr>
            <a:t>會計</a:t>
          </a:r>
        </a:p>
      </dgm:t>
    </dgm:pt>
    <dgm:pt modelId="{D3CBA104-839A-48C9-946B-09DA2DE33AD6}" type="parTrans" cxnId="{83E932BE-26BD-462B-8ACA-C93B586E1454}">
      <dgm:prSet/>
      <dgm:spPr/>
      <dgm:t>
        <a:bodyPr/>
        <a:lstStyle/>
        <a:p>
          <a:endParaRPr lang="zh-TW" altLang="en-US">
            <a:solidFill>
              <a:schemeClr val="tx1"/>
            </a:solidFill>
          </a:endParaRPr>
        </a:p>
      </dgm:t>
    </dgm:pt>
    <dgm:pt modelId="{2497BB69-DE46-45B1-845C-1AA6D583AC79}" type="sibTrans" cxnId="{83E932BE-26BD-462B-8ACA-C93B586E1454}">
      <dgm:prSet/>
      <dgm:spPr/>
      <dgm:t>
        <a:bodyPr/>
        <a:lstStyle/>
        <a:p>
          <a:endParaRPr lang="zh-TW" altLang="en-US">
            <a:solidFill>
              <a:schemeClr val="tx1"/>
            </a:solidFill>
          </a:endParaRPr>
        </a:p>
      </dgm:t>
    </dgm:pt>
    <dgm:pt modelId="{BC24670E-A78E-42E5-A77A-CEF51D307718}">
      <dgm:prSet phldrT="[文字]"/>
      <dgm:spPr>
        <a:solidFill>
          <a:schemeClr val="accent6">
            <a:lumMod val="75000"/>
          </a:schemeClr>
        </a:solidFill>
      </dgm:spPr>
      <dgm:t>
        <a:bodyPr/>
        <a:lstStyle/>
        <a:p>
          <a:r>
            <a:rPr lang="zh-TW" altLang="en-US" dirty="0">
              <a:solidFill>
                <a:schemeClr val="tx1"/>
              </a:solidFill>
            </a:rPr>
            <a:t>出納</a:t>
          </a:r>
        </a:p>
      </dgm:t>
    </dgm:pt>
    <dgm:pt modelId="{5C45EB04-7044-4591-AFDE-F24F1EF15DAA}" type="parTrans" cxnId="{77D59402-5914-4B12-999D-865420966BFF}">
      <dgm:prSet/>
      <dgm:spPr/>
      <dgm:t>
        <a:bodyPr/>
        <a:lstStyle/>
        <a:p>
          <a:endParaRPr lang="zh-TW" altLang="en-US">
            <a:solidFill>
              <a:schemeClr val="tx1"/>
            </a:solidFill>
          </a:endParaRPr>
        </a:p>
      </dgm:t>
    </dgm:pt>
    <dgm:pt modelId="{0286ABB0-0CE6-4857-97E6-59897D04E9C2}" type="sibTrans" cxnId="{77D59402-5914-4B12-999D-865420966BFF}">
      <dgm:prSet/>
      <dgm:spPr/>
      <dgm:t>
        <a:bodyPr/>
        <a:lstStyle/>
        <a:p>
          <a:endParaRPr lang="zh-TW" altLang="en-US">
            <a:solidFill>
              <a:schemeClr val="tx1"/>
            </a:solidFill>
          </a:endParaRPr>
        </a:p>
      </dgm:t>
    </dgm:pt>
    <dgm:pt modelId="{2DD1683C-A7C6-4EAD-81BD-CD379E50E84E}">
      <dgm:prSet phldrT="[文字]"/>
      <dgm:spPr>
        <a:solidFill>
          <a:srgbClr val="5F5F5F"/>
        </a:solidFill>
      </dgm:spPr>
      <dgm:t>
        <a:bodyPr/>
        <a:lstStyle/>
        <a:p>
          <a:r>
            <a:rPr lang="zh-TW" altLang="en-US" dirty="0">
              <a:solidFill>
                <a:schemeClr val="tx1"/>
              </a:solidFill>
            </a:rPr>
            <a:t>長壽俱樂部</a:t>
          </a:r>
        </a:p>
      </dgm:t>
    </dgm:pt>
    <dgm:pt modelId="{8024B68E-5478-48C4-A162-A238E9E08D8E}" type="parTrans" cxnId="{875FADEB-2093-4482-B881-CAA924FDF1ED}">
      <dgm:prSet/>
      <dgm:spPr/>
      <dgm:t>
        <a:bodyPr/>
        <a:lstStyle/>
        <a:p>
          <a:endParaRPr lang="zh-TW" altLang="en-US">
            <a:solidFill>
              <a:schemeClr val="tx1"/>
            </a:solidFill>
          </a:endParaRPr>
        </a:p>
      </dgm:t>
    </dgm:pt>
    <dgm:pt modelId="{C937AA78-8F4F-46E7-AE0F-25283ACED4D1}" type="sibTrans" cxnId="{875FADEB-2093-4482-B881-CAA924FDF1ED}">
      <dgm:prSet/>
      <dgm:spPr/>
      <dgm:t>
        <a:bodyPr/>
        <a:lstStyle/>
        <a:p>
          <a:endParaRPr lang="zh-TW" altLang="en-US">
            <a:solidFill>
              <a:schemeClr val="tx1"/>
            </a:solidFill>
          </a:endParaRPr>
        </a:p>
      </dgm:t>
    </dgm:pt>
    <dgm:pt modelId="{4ED37319-BA61-4ACD-8033-0906FF92C229}">
      <dgm:prSet phldrT="[文字]"/>
      <dgm:spPr>
        <a:solidFill>
          <a:srgbClr val="F616A6"/>
        </a:solidFill>
      </dgm:spPr>
      <dgm:t>
        <a:bodyPr/>
        <a:lstStyle/>
        <a:p>
          <a:r>
            <a:rPr lang="zh-TW" altLang="en-US" dirty="0">
              <a:solidFill>
                <a:schemeClr val="tx1"/>
              </a:solidFill>
            </a:rPr>
            <a:t>媽媽教室</a:t>
          </a:r>
        </a:p>
      </dgm:t>
    </dgm:pt>
    <dgm:pt modelId="{446F90E7-9571-4F12-8F72-438A00DA663B}" type="parTrans" cxnId="{6A4DADA9-3410-4367-A783-BAEEDC530DEB}">
      <dgm:prSet/>
      <dgm:spPr/>
      <dgm:t>
        <a:bodyPr/>
        <a:lstStyle/>
        <a:p>
          <a:endParaRPr lang="zh-TW" altLang="en-US">
            <a:solidFill>
              <a:schemeClr val="tx1"/>
            </a:solidFill>
          </a:endParaRPr>
        </a:p>
      </dgm:t>
    </dgm:pt>
    <dgm:pt modelId="{76B260B7-F885-45F4-A5DE-B231B52D4083}" type="sibTrans" cxnId="{6A4DADA9-3410-4367-A783-BAEEDC530DEB}">
      <dgm:prSet/>
      <dgm:spPr/>
      <dgm:t>
        <a:bodyPr/>
        <a:lstStyle/>
        <a:p>
          <a:endParaRPr lang="zh-TW" altLang="en-US">
            <a:solidFill>
              <a:schemeClr val="tx1"/>
            </a:solidFill>
          </a:endParaRPr>
        </a:p>
      </dgm:t>
    </dgm:pt>
    <dgm:pt modelId="{3875B2F9-7687-4243-BBDF-5C4A93C7EF79}">
      <dgm:prSet phldrT="[文字]"/>
      <dgm:spPr>
        <a:solidFill>
          <a:srgbClr val="00B050"/>
        </a:solidFill>
      </dgm:spPr>
      <dgm:t>
        <a:bodyPr/>
        <a:lstStyle/>
        <a:p>
          <a:r>
            <a:rPr lang="zh-TW" altLang="en-US" dirty="0">
              <a:solidFill>
                <a:schemeClr val="tx1"/>
              </a:solidFill>
            </a:rPr>
            <a:t>守望相助隊</a:t>
          </a:r>
        </a:p>
      </dgm:t>
    </dgm:pt>
    <dgm:pt modelId="{7FCAD4E8-968D-4E8C-AEC5-AEB2E2F79661}" type="parTrans" cxnId="{E9F9052A-D81F-4AA2-9083-714ABA09E84D}">
      <dgm:prSet/>
      <dgm:spPr/>
      <dgm:t>
        <a:bodyPr/>
        <a:lstStyle/>
        <a:p>
          <a:endParaRPr lang="zh-TW" altLang="en-US">
            <a:solidFill>
              <a:schemeClr val="tx1"/>
            </a:solidFill>
          </a:endParaRPr>
        </a:p>
      </dgm:t>
    </dgm:pt>
    <dgm:pt modelId="{E4DF4DC4-F142-4E52-A045-7980CFBA8721}" type="sibTrans" cxnId="{E9F9052A-D81F-4AA2-9083-714ABA09E84D}">
      <dgm:prSet/>
      <dgm:spPr/>
      <dgm:t>
        <a:bodyPr/>
        <a:lstStyle/>
        <a:p>
          <a:endParaRPr lang="zh-TW" altLang="en-US">
            <a:solidFill>
              <a:schemeClr val="tx1"/>
            </a:solidFill>
          </a:endParaRPr>
        </a:p>
      </dgm:t>
    </dgm:pt>
    <dgm:pt modelId="{50EB0F7A-E4D4-46E0-BDA6-129B267D2494}">
      <dgm:prSet phldrT="[文字]"/>
      <dgm:spPr>
        <a:solidFill>
          <a:srgbClr val="FFC000"/>
        </a:solidFill>
      </dgm:spPr>
      <dgm:t>
        <a:bodyPr/>
        <a:lstStyle/>
        <a:p>
          <a:r>
            <a:rPr lang="zh-TW" altLang="en-US" dirty="0">
              <a:solidFill>
                <a:schemeClr val="tx1"/>
              </a:solidFill>
            </a:rPr>
            <a:t>志工隊</a:t>
          </a:r>
        </a:p>
      </dgm:t>
    </dgm:pt>
    <dgm:pt modelId="{83D863A2-F8A7-46B7-9E0E-5AEF1A241346}" type="parTrans" cxnId="{71B4C0CF-CB82-46E0-A790-AD922EDD16CB}">
      <dgm:prSet/>
      <dgm:spPr/>
      <dgm:t>
        <a:bodyPr/>
        <a:lstStyle/>
        <a:p>
          <a:endParaRPr lang="zh-TW" altLang="en-US">
            <a:solidFill>
              <a:schemeClr val="tx1"/>
            </a:solidFill>
          </a:endParaRPr>
        </a:p>
      </dgm:t>
    </dgm:pt>
    <dgm:pt modelId="{DB341DAB-CAD0-4456-BE96-6013A2AE4535}" type="sibTrans" cxnId="{71B4C0CF-CB82-46E0-A790-AD922EDD16CB}">
      <dgm:prSet/>
      <dgm:spPr/>
      <dgm:t>
        <a:bodyPr/>
        <a:lstStyle/>
        <a:p>
          <a:endParaRPr lang="zh-TW" altLang="en-US">
            <a:solidFill>
              <a:schemeClr val="tx1"/>
            </a:solidFill>
          </a:endParaRPr>
        </a:p>
      </dgm:t>
    </dgm:pt>
    <dgm:pt modelId="{B74078BA-2FB9-4769-953D-21B7EE3488BF}">
      <dgm:prSet phldrT="[文字]"/>
      <dgm:spPr>
        <a:noFill/>
      </dgm:spPr>
      <dgm:t>
        <a:bodyPr/>
        <a:lstStyle/>
        <a:p>
          <a:r>
            <a:rPr lang="zh-TW" altLang="en-US" dirty="0">
              <a:solidFill>
                <a:schemeClr val="tx1"/>
              </a:solidFill>
            </a:rPr>
            <a:t>會長</a:t>
          </a:r>
        </a:p>
      </dgm:t>
    </dgm:pt>
    <dgm:pt modelId="{91B9CB76-CCCE-4C9A-8DF6-F3C998949B8C}" type="parTrans" cxnId="{48A2F33C-4247-4C05-95C0-655DD171454B}">
      <dgm:prSet/>
      <dgm:spPr/>
      <dgm:t>
        <a:bodyPr/>
        <a:lstStyle/>
        <a:p>
          <a:endParaRPr lang="zh-TW" altLang="en-US">
            <a:solidFill>
              <a:schemeClr val="tx1"/>
            </a:solidFill>
          </a:endParaRPr>
        </a:p>
      </dgm:t>
    </dgm:pt>
    <dgm:pt modelId="{EE2E070B-7AB8-4E90-930A-113165876ABD}" type="sibTrans" cxnId="{48A2F33C-4247-4C05-95C0-655DD171454B}">
      <dgm:prSet/>
      <dgm:spPr/>
      <dgm:t>
        <a:bodyPr/>
        <a:lstStyle/>
        <a:p>
          <a:endParaRPr lang="zh-TW" altLang="en-US">
            <a:solidFill>
              <a:schemeClr val="tx1"/>
            </a:solidFill>
          </a:endParaRPr>
        </a:p>
      </dgm:t>
    </dgm:pt>
    <dgm:pt modelId="{47187493-C135-4AE3-B096-294627FB1E5C}">
      <dgm:prSet phldrT="[文字]"/>
      <dgm:spPr>
        <a:noFill/>
      </dgm:spPr>
      <dgm:t>
        <a:bodyPr/>
        <a:lstStyle/>
        <a:p>
          <a:r>
            <a:rPr lang="zh-TW" altLang="en-US" dirty="0">
              <a:solidFill>
                <a:schemeClr val="tx1"/>
              </a:solidFill>
            </a:rPr>
            <a:t>會長</a:t>
          </a:r>
        </a:p>
      </dgm:t>
    </dgm:pt>
    <dgm:pt modelId="{AB565D7F-C97A-472E-A509-33C056F32DB4}" type="parTrans" cxnId="{D42BF4A9-B020-48AF-8B3C-E35AA50657F4}">
      <dgm:prSet/>
      <dgm:spPr/>
      <dgm:t>
        <a:bodyPr/>
        <a:lstStyle/>
        <a:p>
          <a:endParaRPr lang="zh-TW" altLang="en-US">
            <a:solidFill>
              <a:schemeClr val="tx1"/>
            </a:solidFill>
          </a:endParaRPr>
        </a:p>
      </dgm:t>
    </dgm:pt>
    <dgm:pt modelId="{AEC4EB2B-CCE6-46D3-9C0C-52033BE19DD9}" type="sibTrans" cxnId="{D42BF4A9-B020-48AF-8B3C-E35AA50657F4}">
      <dgm:prSet/>
      <dgm:spPr/>
      <dgm:t>
        <a:bodyPr/>
        <a:lstStyle/>
        <a:p>
          <a:endParaRPr lang="zh-TW" altLang="en-US">
            <a:solidFill>
              <a:schemeClr val="tx1"/>
            </a:solidFill>
          </a:endParaRPr>
        </a:p>
      </dgm:t>
    </dgm:pt>
    <dgm:pt modelId="{C7E55928-E9F5-444B-B9FA-DB62D438C02C}">
      <dgm:prSet phldrT="[文字]"/>
      <dgm:spPr>
        <a:noFill/>
      </dgm:spPr>
      <dgm:t>
        <a:bodyPr/>
        <a:lstStyle/>
        <a:p>
          <a:r>
            <a:rPr lang="zh-TW" altLang="en-US" dirty="0">
              <a:solidFill>
                <a:schemeClr val="tx1"/>
              </a:solidFill>
            </a:rPr>
            <a:t>隊長</a:t>
          </a:r>
        </a:p>
      </dgm:t>
    </dgm:pt>
    <dgm:pt modelId="{69D93BAD-E6AF-464E-B957-A904C6035433}" type="parTrans" cxnId="{FEEF740C-A3AA-4680-9103-407B55833E48}">
      <dgm:prSet/>
      <dgm:spPr/>
      <dgm:t>
        <a:bodyPr/>
        <a:lstStyle/>
        <a:p>
          <a:endParaRPr lang="zh-TW" altLang="en-US">
            <a:solidFill>
              <a:schemeClr val="tx1"/>
            </a:solidFill>
          </a:endParaRPr>
        </a:p>
      </dgm:t>
    </dgm:pt>
    <dgm:pt modelId="{2EEBF141-CF7A-4C6F-B20E-DE6140F92E12}" type="sibTrans" cxnId="{FEEF740C-A3AA-4680-9103-407B55833E48}">
      <dgm:prSet/>
      <dgm:spPr/>
      <dgm:t>
        <a:bodyPr/>
        <a:lstStyle/>
        <a:p>
          <a:endParaRPr lang="zh-TW" altLang="en-US">
            <a:solidFill>
              <a:schemeClr val="tx1"/>
            </a:solidFill>
          </a:endParaRPr>
        </a:p>
      </dgm:t>
    </dgm:pt>
    <dgm:pt modelId="{9029CA3E-9146-481E-A80B-4D8CFAC0E2F3}">
      <dgm:prSet phldrT="[文字]"/>
      <dgm:spPr>
        <a:noFill/>
      </dgm:spPr>
      <dgm:t>
        <a:bodyPr/>
        <a:lstStyle/>
        <a:p>
          <a:r>
            <a:rPr lang="zh-TW" altLang="en-US" dirty="0">
              <a:solidFill>
                <a:schemeClr val="tx1"/>
              </a:solidFill>
            </a:rPr>
            <a:t>隊長</a:t>
          </a:r>
        </a:p>
      </dgm:t>
    </dgm:pt>
    <dgm:pt modelId="{1D3E5E98-A1DF-43F0-971D-4F5ACF6F78AA}" type="parTrans" cxnId="{4AFC6F11-D7C3-46E5-B1A2-004C556242FA}">
      <dgm:prSet/>
      <dgm:spPr/>
      <dgm:t>
        <a:bodyPr/>
        <a:lstStyle/>
        <a:p>
          <a:endParaRPr lang="zh-TW" altLang="en-US">
            <a:solidFill>
              <a:schemeClr val="tx1"/>
            </a:solidFill>
          </a:endParaRPr>
        </a:p>
      </dgm:t>
    </dgm:pt>
    <dgm:pt modelId="{73FD026E-0C44-488D-B369-99331EFA67D1}" type="sibTrans" cxnId="{4AFC6F11-D7C3-46E5-B1A2-004C556242FA}">
      <dgm:prSet/>
      <dgm:spPr/>
      <dgm:t>
        <a:bodyPr/>
        <a:lstStyle/>
        <a:p>
          <a:endParaRPr lang="zh-TW" altLang="en-US">
            <a:solidFill>
              <a:schemeClr val="tx1"/>
            </a:solidFill>
          </a:endParaRPr>
        </a:p>
      </dgm:t>
    </dgm:pt>
    <dgm:pt modelId="{868ABA1A-E432-480E-A0B3-E0FAD479E19B}" type="pres">
      <dgm:prSet presAssocID="{46512424-537A-40BC-8D44-CAC1D66ECA78}" presName="hierChild1" presStyleCnt="0">
        <dgm:presLayoutVars>
          <dgm:orgChart val="1"/>
          <dgm:chPref val="1"/>
          <dgm:dir/>
          <dgm:animOne val="branch"/>
          <dgm:animLvl val="lvl"/>
          <dgm:resizeHandles/>
        </dgm:presLayoutVars>
      </dgm:prSet>
      <dgm:spPr/>
    </dgm:pt>
    <dgm:pt modelId="{F6635934-2E10-4DFC-9F08-905C1CD48E76}" type="pres">
      <dgm:prSet presAssocID="{CC1C53FD-B870-44ED-993F-0EEDDF64A6E1}" presName="hierRoot1" presStyleCnt="0">
        <dgm:presLayoutVars>
          <dgm:hierBranch val="init"/>
        </dgm:presLayoutVars>
      </dgm:prSet>
      <dgm:spPr/>
    </dgm:pt>
    <dgm:pt modelId="{E1A0D89A-21DE-4F5E-9755-9787C37B41BD}" type="pres">
      <dgm:prSet presAssocID="{CC1C53FD-B870-44ED-993F-0EEDDF64A6E1}" presName="rootComposite1" presStyleCnt="0"/>
      <dgm:spPr/>
    </dgm:pt>
    <dgm:pt modelId="{93FDFF0A-45F4-4EAE-820C-F9CAA677D88B}" type="pres">
      <dgm:prSet presAssocID="{CC1C53FD-B870-44ED-993F-0EEDDF64A6E1}" presName="rootText1" presStyleLbl="node0" presStyleIdx="0" presStyleCnt="1" custScaleX="214406" custScaleY="135042">
        <dgm:presLayoutVars>
          <dgm:chMax/>
          <dgm:chPref val="3"/>
        </dgm:presLayoutVars>
      </dgm:prSet>
      <dgm:spPr/>
    </dgm:pt>
    <dgm:pt modelId="{FE1478F5-9E4F-474A-8E95-99692C0DC769}" type="pres">
      <dgm:prSet presAssocID="{CC1C53FD-B870-44ED-993F-0EEDDF64A6E1}" presName="titleText1" presStyleLbl="fgAcc0" presStyleIdx="0" presStyleCnt="1">
        <dgm:presLayoutVars>
          <dgm:chMax val="0"/>
          <dgm:chPref val="0"/>
        </dgm:presLayoutVars>
      </dgm:prSet>
      <dgm:spPr/>
    </dgm:pt>
    <dgm:pt modelId="{27BF763F-AA1F-460C-BE77-E12B1D1259E3}" type="pres">
      <dgm:prSet presAssocID="{CC1C53FD-B870-44ED-993F-0EEDDF64A6E1}" presName="rootConnector1" presStyleLbl="node1" presStyleIdx="0" presStyleCnt="15"/>
      <dgm:spPr/>
    </dgm:pt>
    <dgm:pt modelId="{9969F9EA-D11D-4AA3-A041-C2F3ADDAA140}" type="pres">
      <dgm:prSet presAssocID="{CC1C53FD-B870-44ED-993F-0EEDDF64A6E1}" presName="hierChild2" presStyleCnt="0"/>
      <dgm:spPr/>
    </dgm:pt>
    <dgm:pt modelId="{8CE608E8-0382-4937-BE17-ECC0A6F91DA2}" type="pres">
      <dgm:prSet presAssocID="{F56DE7ED-2FFC-4A1E-948E-FD27AE236F8A}" presName="Name37" presStyleLbl="parChTrans1D2" presStyleIdx="0" presStyleCnt="2"/>
      <dgm:spPr/>
    </dgm:pt>
    <dgm:pt modelId="{65F7E0BB-EF92-4CD8-8F63-A3C6E8063A3A}" type="pres">
      <dgm:prSet presAssocID="{B02AFCF3-9F08-490B-9D40-27B1BB3E5CEE}" presName="hierRoot2" presStyleCnt="0">
        <dgm:presLayoutVars>
          <dgm:hierBranch val="init"/>
        </dgm:presLayoutVars>
      </dgm:prSet>
      <dgm:spPr/>
    </dgm:pt>
    <dgm:pt modelId="{8A4D5CD5-D86E-436C-8BF5-F3B1A3670BA5}" type="pres">
      <dgm:prSet presAssocID="{B02AFCF3-9F08-490B-9D40-27B1BB3E5CEE}" presName="rootComposite" presStyleCnt="0"/>
      <dgm:spPr/>
    </dgm:pt>
    <dgm:pt modelId="{C8D73631-841B-4213-BBB9-DCD9B160F6B6}" type="pres">
      <dgm:prSet presAssocID="{B02AFCF3-9F08-490B-9D40-27B1BB3E5CEE}" presName="rootText" presStyleLbl="node1" presStyleIdx="0" presStyleCnt="15" custScaleX="188162">
        <dgm:presLayoutVars>
          <dgm:chMax/>
          <dgm:chPref val="3"/>
        </dgm:presLayoutVars>
      </dgm:prSet>
      <dgm:spPr/>
    </dgm:pt>
    <dgm:pt modelId="{D69B32BA-26BE-485A-AD12-4969C8C34AD3}" type="pres">
      <dgm:prSet presAssocID="{B02AFCF3-9F08-490B-9D40-27B1BB3E5CEE}" presName="titleText2" presStyleLbl="fgAcc1" presStyleIdx="0" presStyleCnt="15">
        <dgm:presLayoutVars>
          <dgm:chMax val="0"/>
          <dgm:chPref val="0"/>
        </dgm:presLayoutVars>
      </dgm:prSet>
      <dgm:spPr/>
    </dgm:pt>
    <dgm:pt modelId="{845B4A41-DFAE-450F-A520-DD76184BB27A}" type="pres">
      <dgm:prSet presAssocID="{B02AFCF3-9F08-490B-9D40-27B1BB3E5CEE}" presName="rootConnector" presStyleLbl="node2" presStyleIdx="0" presStyleCnt="0"/>
      <dgm:spPr/>
    </dgm:pt>
    <dgm:pt modelId="{0FA3E32D-C77F-4296-808A-7DB6F515F5D2}" type="pres">
      <dgm:prSet presAssocID="{B02AFCF3-9F08-490B-9D40-27B1BB3E5CEE}" presName="hierChild4" presStyleCnt="0"/>
      <dgm:spPr/>
    </dgm:pt>
    <dgm:pt modelId="{38F37F09-89E7-4AA9-83FC-F75CA5A4CACD}" type="pres">
      <dgm:prSet presAssocID="{0B6FB515-A4A8-40E0-9884-545A8D9DDE70}" presName="Name37" presStyleLbl="parChTrans1D3" presStyleIdx="0" presStyleCnt="2"/>
      <dgm:spPr/>
    </dgm:pt>
    <dgm:pt modelId="{38AB68F8-D5E7-4D20-A9BE-745B93259C49}" type="pres">
      <dgm:prSet presAssocID="{32E561B6-D553-4F5A-A9A3-293C9FD04CC0}" presName="hierRoot2" presStyleCnt="0">
        <dgm:presLayoutVars>
          <dgm:hierBranch val="init"/>
        </dgm:presLayoutVars>
      </dgm:prSet>
      <dgm:spPr/>
    </dgm:pt>
    <dgm:pt modelId="{524511F1-9BF8-4DD0-BC70-CA76B0A56D55}" type="pres">
      <dgm:prSet presAssocID="{32E561B6-D553-4F5A-A9A3-293C9FD04CC0}" presName="rootComposite" presStyleCnt="0"/>
      <dgm:spPr/>
    </dgm:pt>
    <dgm:pt modelId="{9F950E22-B48C-4A25-9BAD-F6A7386EAC46}" type="pres">
      <dgm:prSet presAssocID="{32E561B6-D553-4F5A-A9A3-293C9FD04CC0}" presName="rootText" presStyleLbl="node1" presStyleIdx="1" presStyleCnt="15" custScaleX="148494" custLinFactNeighborX="-2342" custLinFactNeighborY="-2257">
        <dgm:presLayoutVars>
          <dgm:chMax/>
          <dgm:chPref val="3"/>
        </dgm:presLayoutVars>
      </dgm:prSet>
      <dgm:spPr/>
    </dgm:pt>
    <dgm:pt modelId="{0773CE85-DB0A-4BA8-8649-7E2AB634A109}" type="pres">
      <dgm:prSet presAssocID="{32E561B6-D553-4F5A-A9A3-293C9FD04CC0}" presName="titleText2" presStyleLbl="fgAcc1" presStyleIdx="1" presStyleCnt="15">
        <dgm:presLayoutVars>
          <dgm:chMax val="0"/>
          <dgm:chPref val="0"/>
        </dgm:presLayoutVars>
      </dgm:prSet>
      <dgm:spPr/>
    </dgm:pt>
    <dgm:pt modelId="{8BA1FC9F-259F-4C93-801B-9E06A5F30EF3}" type="pres">
      <dgm:prSet presAssocID="{32E561B6-D553-4F5A-A9A3-293C9FD04CC0}" presName="rootConnector" presStyleLbl="node3" presStyleIdx="0" presStyleCnt="0"/>
      <dgm:spPr/>
    </dgm:pt>
    <dgm:pt modelId="{FA16445C-5337-437B-93DE-18B282A1E983}" type="pres">
      <dgm:prSet presAssocID="{32E561B6-D553-4F5A-A9A3-293C9FD04CC0}" presName="hierChild4" presStyleCnt="0"/>
      <dgm:spPr/>
    </dgm:pt>
    <dgm:pt modelId="{C289679D-95FC-4B83-B044-D4F8356F350F}" type="pres">
      <dgm:prSet presAssocID="{D5944809-06B1-486E-AAED-BEC2642B45E0}" presName="Name37" presStyleLbl="parChTrans1D4" presStyleIdx="0" presStyleCnt="11"/>
      <dgm:spPr/>
    </dgm:pt>
    <dgm:pt modelId="{0D7FA4FA-B49F-474A-807E-7AFF78ECC1D3}" type="pres">
      <dgm:prSet presAssocID="{801EAF95-D303-415B-9FD1-B126E0A3278D}" presName="hierRoot2" presStyleCnt="0">
        <dgm:presLayoutVars>
          <dgm:hierBranch val="init"/>
        </dgm:presLayoutVars>
      </dgm:prSet>
      <dgm:spPr/>
    </dgm:pt>
    <dgm:pt modelId="{FD10BA83-4525-44BE-9A06-4476FF5B5E62}" type="pres">
      <dgm:prSet presAssocID="{801EAF95-D303-415B-9FD1-B126E0A3278D}" presName="rootComposite" presStyleCnt="0"/>
      <dgm:spPr/>
    </dgm:pt>
    <dgm:pt modelId="{1F99EA13-5E33-4328-9538-C9578F47C868}" type="pres">
      <dgm:prSet presAssocID="{801EAF95-D303-415B-9FD1-B126E0A3278D}" presName="rootText" presStyleLbl="node1" presStyleIdx="2" presStyleCnt="15">
        <dgm:presLayoutVars>
          <dgm:chMax/>
          <dgm:chPref val="3"/>
        </dgm:presLayoutVars>
      </dgm:prSet>
      <dgm:spPr/>
    </dgm:pt>
    <dgm:pt modelId="{D30F2AA1-C648-4341-B60C-759AADC8E0C8}" type="pres">
      <dgm:prSet presAssocID="{801EAF95-D303-415B-9FD1-B126E0A3278D}" presName="titleText2" presStyleLbl="fgAcc1" presStyleIdx="2" presStyleCnt="15">
        <dgm:presLayoutVars>
          <dgm:chMax val="0"/>
          <dgm:chPref val="0"/>
        </dgm:presLayoutVars>
      </dgm:prSet>
      <dgm:spPr/>
    </dgm:pt>
    <dgm:pt modelId="{5BCE3075-582A-467D-85AC-71DEF703E338}" type="pres">
      <dgm:prSet presAssocID="{801EAF95-D303-415B-9FD1-B126E0A3278D}" presName="rootConnector" presStyleLbl="node4" presStyleIdx="0" presStyleCnt="0"/>
      <dgm:spPr/>
    </dgm:pt>
    <dgm:pt modelId="{38A348EB-7302-41C4-96BB-000532ADAF24}" type="pres">
      <dgm:prSet presAssocID="{801EAF95-D303-415B-9FD1-B126E0A3278D}" presName="hierChild4" presStyleCnt="0"/>
      <dgm:spPr/>
    </dgm:pt>
    <dgm:pt modelId="{332D0836-5AE7-42D6-8F52-C73F2801BA43}" type="pres">
      <dgm:prSet presAssocID="{8024B68E-5478-48C4-A162-A238E9E08D8E}" presName="Name37" presStyleLbl="parChTrans1D4" presStyleIdx="1" presStyleCnt="11"/>
      <dgm:spPr/>
    </dgm:pt>
    <dgm:pt modelId="{4C2E67D3-D313-4E88-B388-D584A0E31DE7}" type="pres">
      <dgm:prSet presAssocID="{2DD1683C-A7C6-4EAD-81BD-CD379E50E84E}" presName="hierRoot2" presStyleCnt="0">
        <dgm:presLayoutVars>
          <dgm:hierBranch val="init"/>
        </dgm:presLayoutVars>
      </dgm:prSet>
      <dgm:spPr/>
    </dgm:pt>
    <dgm:pt modelId="{4D16958C-CBD1-4DC0-BB93-147605914C16}" type="pres">
      <dgm:prSet presAssocID="{2DD1683C-A7C6-4EAD-81BD-CD379E50E84E}" presName="rootComposite" presStyleCnt="0"/>
      <dgm:spPr/>
    </dgm:pt>
    <dgm:pt modelId="{26EA24CE-52A3-48FC-A0A6-C5E5E80ED61A}" type="pres">
      <dgm:prSet presAssocID="{2DD1683C-A7C6-4EAD-81BD-CD379E50E84E}" presName="rootText" presStyleLbl="node1" presStyleIdx="3" presStyleCnt="15">
        <dgm:presLayoutVars>
          <dgm:chMax/>
          <dgm:chPref val="3"/>
        </dgm:presLayoutVars>
      </dgm:prSet>
      <dgm:spPr/>
    </dgm:pt>
    <dgm:pt modelId="{E4FE2793-5E43-44D6-BC04-022ACFE8D717}" type="pres">
      <dgm:prSet presAssocID="{2DD1683C-A7C6-4EAD-81BD-CD379E50E84E}" presName="titleText2" presStyleLbl="fgAcc1" presStyleIdx="3" presStyleCnt="15">
        <dgm:presLayoutVars>
          <dgm:chMax val="0"/>
          <dgm:chPref val="0"/>
        </dgm:presLayoutVars>
      </dgm:prSet>
      <dgm:spPr/>
    </dgm:pt>
    <dgm:pt modelId="{A8B7BA78-32C8-4DCB-8D2F-1741B7B1AB34}" type="pres">
      <dgm:prSet presAssocID="{2DD1683C-A7C6-4EAD-81BD-CD379E50E84E}" presName="rootConnector" presStyleLbl="node4" presStyleIdx="0" presStyleCnt="0"/>
      <dgm:spPr/>
    </dgm:pt>
    <dgm:pt modelId="{612BF29B-DCE7-470E-B0B5-B320DF0C76DA}" type="pres">
      <dgm:prSet presAssocID="{2DD1683C-A7C6-4EAD-81BD-CD379E50E84E}" presName="hierChild4" presStyleCnt="0"/>
      <dgm:spPr/>
    </dgm:pt>
    <dgm:pt modelId="{C75AAAA4-C4BF-4D08-8708-7F1205E5FDFC}" type="pres">
      <dgm:prSet presAssocID="{91B9CB76-CCCE-4C9A-8DF6-F3C998949B8C}" presName="Name37" presStyleLbl="parChTrans1D4" presStyleIdx="2" presStyleCnt="11"/>
      <dgm:spPr/>
    </dgm:pt>
    <dgm:pt modelId="{9421515F-52A7-4926-987C-F7221B65DF49}" type="pres">
      <dgm:prSet presAssocID="{B74078BA-2FB9-4769-953D-21B7EE3488BF}" presName="hierRoot2" presStyleCnt="0">
        <dgm:presLayoutVars>
          <dgm:hierBranch val="init"/>
        </dgm:presLayoutVars>
      </dgm:prSet>
      <dgm:spPr/>
    </dgm:pt>
    <dgm:pt modelId="{F2E30256-A6C5-445F-8376-F1896168EAF0}" type="pres">
      <dgm:prSet presAssocID="{B74078BA-2FB9-4769-953D-21B7EE3488BF}" presName="rootComposite" presStyleCnt="0"/>
      <dgm:spPr/>
    </dgm:pt>
    <dgm:pt modelId="{A4339018-A907-48CB-B9F6-EE333819ED5D}" type="pres">
      <dgm:prSet presAssocID="{B74078BA-2FB9-4769-953D-21B7EE3488BF}" presName="rootText" presStyleLbl="node1" presStyleIdx="4" presStyleCnt="15">
        <dgm:presLayoutVars>
          <dgm:chMax/>
          <dgm:chPref val="3"/>
        </dgm:presLayoutVars>
      </dgm:prSet>
      <dgm:spPr/>
    </dgm:pt>
    <dgm:pt modelId="{1BBB8A41-4906-44CD-831F-8935E8AFD1D9}" type="pres">
      <dgm:prSet presAssocID="{B74078BA-2FB9-4769-953D-21B7EE3488BF}" presName="titleText2" presStyleLbl="fgAcc1" presStyleIdx="4" presStyleCnt="15">
        <dgm:presLayoutVars>
          <dgm:chMax val="0"/>
          <dgm:chPref val="0"/>
        </dgm:presLayoutVars>
      </dgm:prSet>
      <dgm:spPr/>
    </dgm:pt>
    <dgm:pt modelId="{55A171A3-A9D3-47D8-AFF1-D0A7230FC92F}" type="pres">
      <dgm:prSet presAssocID="{B74078BA-2FB9-4769-953D-21B7EE3488BF}" presName="rootConnector" presStyleLbl="node4" presStyleIdx="0" presStyleCnt="0"/>
      <dgm:spPr/>
    </dgm:pt>
    <dgm:pt modelId="{0649B040-7085-487A-A0A2-D8E1E3B1EDD5}" type="pres">
      <dgm:prSet presAssocID="{B74078BA-2FB9-4769-953D-21B7EE3488BF}" presName="hierChild4" presStyleCnt="0"/>
      <dgm:spPr/>
    </dgm:pt>
    <dgm:pt modelId="{4F7FDD14-C399-492E-B3FD-F0B8E4EE7418}" type="pres">
      <dgm:prSet presAssocID="{B74078BA-2FB9-4769-953D-21B7EE3488BF}" presName="hierChild5" presStyleCnt="0"/>
      <dgm:spPr/>
    </dgm:pt>
    <dgm:pt modelId="{13738625-F8FB-4B7B-BA6F-8767E9991747}" type="pres">
      <dgm:prSet presAssocID="{2DD1683C-A7C6-4EAD-81BD-CD379E50E84E}" presName="hierChild5" presStyleCnt="0"/>
      <dgm:spPr/>
    </dgm:pt>
    <dgm:pt modelId="{C659609E-A0AA-4221-AC90-329B88E7B4F3}" type="pres">
      <dgm:prSet presAssocID="{446F90E7-9571-4F12-8F72-438A00DA663B}" presName="Name37" presStyleLbl="parChTrans1D4" presStyleIdx="3" presStyleCnt="11"/>
      <dgm:spPr/>
    </dgm:pt>
    <dgm:pt modelId="{DF2F2160-602B-4896-88B4-06CEB3D4A437}" type="pres">
      <dgm:prSet presAssocID="{4ED37319-BA61-4ACD-8033-0906FF92C229}" presName="hierRoot2" presStyleCnt="0">
        <dgm:presLayoutVars>
          <dgm:hierBranch val="init"/>
        </dgm:presLayoutVars>
      </dgm:prSet>
      <dgm:spPr/>
    </dgm:pt>
    <dgm:pt modelId="{A677B330-F2C8-4675-A06A-DF424B22044C}" type="pres">
      <dgm:prSet presAssocID="{4ED37319-BA61-4ACD-8033-0906FF92C229}" presName="rootComposite" presStyleCnt="0"/>
      <dgm:spPr/>
    </dgm:pt>
    <dgm:pt modelId="{92FE445F-B3B1-4D7B-87F1-0D0C0F3BD69E}" type="pres">
      <dgm:prSet presAssocID="{4ED37319-BA61-4ACD-8033-0906FF92C229}" presName="rootText" presStyleLbl="node1" presStyleIdx="5" presStyleCnt="15">
        <dgm:presLayoutVars>
          <dgm:chMax/>
          <dgm:chPref val="3"/>
        </dgm:presLayoutVars>
      </dgm:prSet>
      <dgm:spPr/>
    </dgm:pt>
    <dgm:pt modelId="{BF9912E4-82D3-4909-8B57-9648689BED50}" type="pres">
      <dgm:prSet presAssocID="{4ED37319-BA61-4ACD-8033-0906FF92C229}" presName="titleText2" presStyleLbl="fgAcc1" presStyleIdx="5" presStyleCnt="15">
        <dgm:presLayoutVars>
          <dgm:chMax val="0"/>
          <dgm:chPref val="0"/>
        </dgm:presLayoutVars>
      </dgm:prSet>
      <dgm:spPr/>
    </dgm:pt>
    <dgm:pt modelId="{F0F67CBB-754F-4E3E-BEA6-71EC7931AF0B}" type="pres">
      <dgm:prSet presAssocID="{4ED37319-BA61-4ACD-8033-0906FF92C229}" presName="rootConnector" presStyleLbl="node4" presStyleIdx="0" presStyleCnt="0"/>
      <dgm:spPr/>
    </dgm:pt>
    <dgm:pt modelId="{F06A8515-D254-49AA-9C48-36C99ACF9905}" type="pres">
      <dgm:prSet presAssocID="{4ED37319-BA61-4ACD-8033-0906FF92C229}" presName="hierChild4" presStyleCnt="0"/>
      <dgm:spPr/>
    </dgm:pt>
    <dgm:pt modelId="{1C3D981D-5183-4340-B24F-4F72A38FF452}" type="pres">
      <dgm:prSet presAssocID="{AB565D7F-C97A-472E-A509-33C056F32DB4}" presName="Name37" presStyleLbl="parChTrans1D4" presStyleIdx="4" presStyleCnt="11"/>
      <dgm:spPr/>
    </dgm:pt>
    <dgm:pt modelId="{71BBA694-9784-412D-975B-1BF33389074D}" type="pres">
      <dgm:prSet presAssocID="{47187493-C135-4AE3-B096-294627FB1E5C}" presName="hierRoot2" presStyleCnt="0">
        <dgm:presLayoutVars>
          <dgm:hierBranch val="init"/>
        </dgm:presLayoutVars>
      </dgm:prSet>
      <dgm:spPr/>
    </dgm:pt>
    <dgm:pt modelId="{331E3540-8D2B-438D-9060-6631BE02B32A}" type="pres">
      <dgm:prSet presAssocID="{47187493-C135-4AE3-B096-294627FB1E5C}" presName="rootComposite" presStyleCnt="0"/>
      <dgm:spPr/>
    </dgm:pt>
    <dgm:pt modelId="{D9F03EEA-D7C4-4AAF-91EB-7A982DD4F597}" type="pres">
      <dgm:prSet presAssocID="{47187493-C135-4AE3-B096-294627FB1E5C}" presName="rootText" presStyleLbl="node1" presStyleIdx="6" presStyleCnt="15">
        <dgm:presLayoutVars>
          <dgm:chMax/>
          <dgm:chPref val="3"/>
        </dgm:presLayoutVars>
      </dgm:prSet>
      <dgm:spPr/>
    </dgm:pt>
    <dgm:pt modelId="{EEDB27C3-31BB-4278-9923-4BC20B4E5534}" type="pres">
      <dgm:prSet presAssocID="{47187493-C135-4AE3-B096-294627FB1E5C}" presName="titleText2" presStyleLbl="fgAcc1" presStyleIdx="6" presStyleCnt="15">
        <dgm:presLayoutVars>
          <dgm:chMax val="0"/>
          <dgm:chPref val="0"/>
        </dgm:presLayoutVars>
      </dgm:prSet>
      <dgm:spPr/>
    </dgm:pt>
    <dgm:pt modelId="{01197BDE-314A-4942-A29C-EC5AF12A3655}" type="pres">
      <dgm:prSet presAssocID="{47187493-C135-4AE3-B096-294627FB1E5C}" presName="rootConnector" presStyleLbl="node4" presStyleIdx="0" presStyleCnt="0"/>
      <dgm:spPr/>
    </dgm:pt>
    <dgm:pt modelId="{D2C14710-352C-4A78-BBDC-2A8B594E9735}" type="pres">
      <dgm:prSet presAssocID="{47187493-C135-4AE3-B096-294627FB1E5C}" presName="hierChild4" presStyleCnt="0"/>
      <dgm:spPr/>
    </dgm:pt>
    <dgm:pt modelId="{67FE23A6-E3EA-46BC-A9FD-C23666F5060D}" type="pres">
      <dgm:prSet presAssocID="{47187493-C135-4AE3-B096-294627FB1E5C}" presName="hierChild5" presStyleCnt="0"/>
      <dgm:spPr/>
    </dgm:pt>
    <dgm:pt modelId="{2F86CE4D-DAC7-4605-AF86-620FF694BB5D}" type="pres">
      <dgm:prSet presAssocID="{4ED37319-BA61-4ACD-8033-0906FF92C229}" presName="hierChild5" presStyleCnt="0"/>
      <dgm:spPr/>
    </dgm:pt>
    <dgm:pt modelId="{DDB5BC3C-B378-4849-9C75-257AEB71FE00}" type="pres">
      <dgm:prSet presAssocID="{7FCAD4E8-968D-4E8C-AEC5-AEB2E2F79661}" presName="Name37" presStyleLbl="parChTrans1D4" presStyleIdx="5" presStyleCnt="11"/>
      <dgm:spPr/>
    </dgm:pt>
    <dgm:pt modelId="{29114588-1127-470C-A1E3-76F8BEF1ED8C}" type="pres">
      <dgm:prSet presAssocID="{3875B2F9-7687-4243-BBDF-5C4A93C7EF79}" presName="hierRoot2" presStyleCnt="0">
        <dgm:presLayoutVars>
          <dgm:hierBranch val="init"/>
        </dgm:presLayoutVars>
      </dgm:prSet>
      <dgm:spPr/>
    </dgm:pt>
    <dgm:pt modelId="{56BAB33F-729B-444B-9E47-1791E4005AB1}" type="pres">
      <dgm:prSet presAssocID="{3875B2F9-7687-4243-BBDF-5C4A93C7EF79}" presName="rootComposite" presStyleCnt="0"/>
      <dgm:spPr/>
    </dgm:pt>
    <dgm:pt modelId="{1873D627-9D74-466F-9301-27844A305CE7}" type="pres">
      <dgm:prSet presAssocID="{3875B2F9-7687-4243-BBDF-5C4A93C7EF79}" presName="rootText" presStyleLbl="node1" presStyleIdx="7" presStyleCnt="15">
        <dgm:presLayoutVars>
          <dgm:chMax/>
          <dgm:chPref val="3"/>
        </dgm:presLayoutVars>
      </dgm:prSet>
      <dgm:spPr/>
    </dgm:pt>
    <dgm:pt modelId="{58EBC929-1AEB-4FCC-B47D-554C1563D611}" type="pres">
      <dgm:prSet presAssocID="{3875B2F9-7687-4243-BBDF-5C4A93C7EF79}" presName="titleText2" presStyleLbl="fgAcc1" presStyleIdx="7" presStyleCnt="15">
        <dgm:presLayoutVars>
          <dgm:chMax val="0"/>
          <dgm:chPref val="0"/>
        </dgm:presLayoutVars>
      </dgm:prSet>
      <dgm:spPr/>
    </dgm:pt>
    <dgm:pt modelId="{17AE3AF9-55E0-4797-9D20-BAC2A181C082}" type="pres">
      <dgm:prSet presAssocID="{3875B2F9-7687-4243-BBDF-5C4A93C7EF79}" presName="rootConnector" presStyleLbl="node4" presStyleIdx="0" presStyleCnt="0"/>
      <dgm:spPr/>
    </dgm:pt>
    <dgm:pt modelId="{935C5817-6085-4BC6-ADA4-18331C15A9C6}" type="pres">
      <dgm:prSet presAssocID="{3875B2F9-7687-4243-BBDF-5C4A93C7EF79}" presName="hierChild4" presStyleCnt="0"/>
      <dgm:spPr/>
    </dgm:pt>
    <dgm:pt modelId="{49F90E9D-28DB-4126-AA39-69477347A958}" type="pres">
      <dgm:prSet presAssocID="{69D93BAD-E6AF-464E-B957-A904C6035433}" presName="Name37" presStyleLbl="parChTrans1D4" presStyleIdx="6" presStyleCnt="11"/>
      <dgm:spPr/>
    </dgm:pt>
    <dgm:pt modelId="{FA73A5B4-611B-469F-B0B9-115621EC4963}" type="pres">
      <dgm:prSet presAssocID="{C7E55928-E9F5-444B-B9FA-DB62D438C02C}" presName="hierRoot2" presStyleCnt="0">
        <dgm:presLayoutVars>
          <dgm:hierBranch val="init"/>
        </dgm:presLayoutVars>
      </dgm:prSet>
      <dgm:spPr/>
    </dgm:pt>
    <dgm:pt modelId="{06417A92-2939-4941-907B-AD0F3E6CB92A}" type="pres">
      <dgm:prSet presAssocID="{C7E55928-E9F5-444B-B9FA-DB62D438C02C}" presName="rootComposite" presStyleCnt="0"/>
      <dgm:spPr/>
    </dgm:pt>
    <dgm:pt modelId="{41898485-27BA-41F0-80E4-823F7C088452}" type="pres">
      <dgm:prSet presAssocID="{C7E55928-E9F5-444B-B9FA-DB62D438C02C}" presName="rootText" presStyleLbl="node1" presStyleIdx="8" presStyleCnt="15">
        <dgm:presLayoutVars>
          <dgm:chMax/>
          <dgm:chPref val="3"/>
        </dgm:presLayoutVars>
      </dgm:prSet>
      <dgm:spPr/>
    </dgm:pt>
    <dgm:pt modelId="{0881ADDF-C65B-43AE-85C9-AB1B701B1DF1}" type="pres">
      <dgm:prSet presAssocID="{C7E55928-E9F5-444B-B9FA-DB62D438C02C}" presName="titleText2" presStyleLbl="fgAcc1" presStyleIdx="8" presStyleCnt="15">
        <dgm:presLayoutVars>
          <dgm:chMax val="0"/>
          <dgm:chPref val="0"/>
        </dgm:presLayoutVars>
      </dgm:prSet>
      <dgm:spPr/>
    </dgm:pt>
    <dgm:pt modelId="{4523B0FB-90E0-448F-AB26-419D5DAA0CBD}" type="pres">
      <dgm:prSet presAssocID="{C7E55928-E9F5-444B-B9FA-DB62D438C02C}" presName="rootConnector" presStyleLbl="node4" presStyleIdx="0" presStyleCnt="0"/>
      <dgm:spPr/>
    </dgm:pt>
    <dgm:pt modelId="{1318CC18-CB0D-4709-BDCC-4E2FBAD61B4D}" type="pres">
      <dgm:prSet presAssocID="{C7E55928-E9F5-444B-B9FA-DB62D438C02C}" presName="hierChild4" presStyleCnt="0"/>
      <dgm:spPr/>
    </dgm:pt>
    <dgm:pt modelId="{CBBECBDB-9D2E-4CF7-A064-72CC48D7F931}" type="pres">
      <dgm:prSet presAssocID="{C7E55928-E9F5-444B-B9FA-DB62D438C02C}" presName="hierChild5" presStyleCnt="0"/>
      <dgm:spPr/>
    </dgm:pt>
    <dgm:pt modelId="{B7C37C37-2C19-4EF2-9F60-5C9F4FFC1296}" type="pres">
      <dgm:prSet presAssocID="{3875B2F9-7687-4243-BBDF-5C4A93C7EF79}" presName="hierChild5" presStyleCnt="0"/>
      <dgm:spPr/>
    </dgm:pt>
    <dgm:pt modelId="{23F6BE7D-0C06-4114-BC85-8D8FA83E518D}" type="pres">
      <dgm:prSet presAssocID="{83D863A2-F8A7-46B7-9E0E-5AEF1A241346}" presName="Name37" presStyleLbl="parChTrans1D4" presStyleIdx="7" presStyleCnt="11"/>
      <dgm:spPr/>
    </dgm:pt>
    <dgm:pt modelId="{2D3EA847-36B3-4F27-84B2-0C74E03991C0}" type="pres">
      <dgm:prSet presAssocID="{50EB0F7A-E4D4-46E0-BDA6-129B267D2494}" presName="hierRoot2" presStyleCnt="0">
        <dgm:presLayoutVars>
          <dgm:hierBranch val="init"/>
        </dgm:presLayoutVars>
      </dgm:prSet>
      <dgm:spPr/>
    </dgm:pt>
    <dgm:pt modelId="{9492D512-D904-43F5-B00D-6037FA99DF4A}" type="pres">
      <dgm:prSet presAssocID="{50EB0F7A-E4D4-46E0-BDA6-129B267D2494}" presName="rootComposite" presStyleCnt="0"/>
      <dgm:spPr/>
    </dgm:pt>
    <dgm:pt modelId="{28F22CE4-A3D4-4B92-948F-953144057E9A}" type="pres">
      <dgm:prSet presAssocID="{50EB0F7A-E4D4-46E0-BDA6-129B267D2494}" presName="rootText" presStyleLbl="node1" presStyleIdx="9" presStyleCnt="15">
        <dgm:presLayoutVars>
          <dgm:chMax/>
          <dgm:chPref val="3"/>
        </dgm:presLayoutVars>
      </dgm:prSet>
      <dgm:spPr/>
    </dgm:pt>
    <dgm:pt modelId="{7DD0C13D-07C2-4D41-B42F-E5CEEC7182E1}" type="pres">
      <dgm:prSet presAssocID="{50EB0F7A-E4D4-46E0-BDA6-129B267D2494}" presName="titleText2" presStyleLbl="fgAcc1" presStyleIdx="9" presStyleCnt="15">
        <dgm:presLayoutVars>
          <dgm:chMax val="0"/>
          <dgm:chPref val="0"/>
        </dgm:presLayoutVars>
      </dgm:prSet>
      <dgm:spPr/>
    </dgm:pt>
    <dgm:pt modelId="{39456503-83D1-4B72-869F-CCE9DC2767DE}" type="pres">
      <dgm:prSet presAssocID="{50EB0F7A-E4D4-46E0-BDA6-129B267D2494}" presName="rootConnector" presStyleLbl="node4" presStyleIdx="0" presStyleCnt="0"/>
      <dgm:spPr/>
    </dgm:pt>
    <dgm:pt modelId="{E785E35B-780D-4EE7-ADB5-8CD14A9C55C1}" type="pres">
      <dgm:prSet presAssocID="{50EB0F7A-E4D4-46E0-BDA6-129B267D2494}" presName="hierChild4" presStyleCnt="0"/>
      <dgm:spPr/>
    </dgm:pt>
    <dgm:pt modelId="{914D124F-B68C-494D-BA00-BCA7E9FAFCC0}" type="pres">
      <dgm:prSet presAssocID="{1D3E5E98-A1DF-43F0-971D-4F5ACF6F78AA}" presName="Name37" presStyleLbl="parChTrans1D4" presStyleIdx="8" presStyleCnt="11"/>
      <dgm:spPr/>
    </dgm:pt>
    <dgm:pt modelId="{46C64158-4D13-4900-8CC2-B72AFD1774D5}" type="pres">
      <dgm:prSet presAssocID="{9029CA3E-9146-481E-A80B-4D8CFAC0E2F3}" presName="hierRoot2" presStyleCnt="0">
        <dgm:presLayoutVars>
          <dgm:hierBranch val="init"/>
        </dgm:presLayoutVars>
      </dgm:prSet>
      <dgm:spPr/>
    </dgm:pt>
    <dgm:pt modelId="{362AD7BE-6B9A-45FB-873E-F0C67BF15AB3}" type="pres">
      <dgm:prSet presAssocID="{9029CA3E-9146-481E-A80B-4D8CFAC0E2F3}" presName="rootComposite" presStyleCnt="0"/>
      <dgm:spPr/>
    </dgm:pt>
    <dgm:pt modelId="{B7343944-6A81-4980-990E-813C03DEFD02}" type="pres">
      <dgm:prSet presAssocID="{9029CA3E-9146-481E-A80B-4D8CFAC0E2F3}" presName="rootText" presStyleLbl="node1" presStyleIdx="10" presStyleCnt="15">
        <dgm:presLayoutVars>
          <dgm:chMax/>
          <dgm:chPref val="3"/>
        </dgm:presLayoutVars>
      </dgm:prSet>
      <dgm:spPr/>
    </dgm:pt>
    <dgm:pt modelId="{5FBB6C56-43E7-470A-9862-7E05B1687F55}" type="pres">
      <dgm:prSet presAssocID="{9029CA3E-9146-481E-A80B-4D8CFAC0E2F3}" presName="titleText2" presStyleLbl="fgAcc1" presStyleIdx="10" presStyleCnt="15">
        <dgm:presLayoutVars>
          <dgm:chMax val="0"/>
          <dgm:chPref val="0"/>
        </dgm:presLayoutVars>
      </dgm:prSet>
      <dgm:spPr/>
    </dgm:pt>
    <dgm:pt modelId="{8EF22D60-45D4-4090-A043-9046CE3E675D}" type="pres">
      <dgm:prSet presAssocID="{9029CA3E-9146-481E-A80B-4D8CFAC0E2F3}" presName="rootConnector" presStyleLbl="node4" presStyleIdx="0" presStyleCnt="0"/>
      <dgm:spPr/>
    </dgm:pt>
    <dgm:pt modelId="{6055E5B8-A18B-480D-BA11-3C53969062E3}" type="pres">
      <dgm:prSet presAssocID="{9029CA3E-9146-481E-A80B-4D8CFAC0E2F3}" presName="hierChild4" presStyleCnt="0"/>
      <dgm:spPr/>
    </dgm:pt>
    <dgm:pt modelId="{DC55D7E0-9139-44F3-9D99-8A1A375C6E56}" type="pres">
      <dgm:prSet presAssocID="{9029CA3E-9146-481E-A80B-4D8CFAC0E2F3}" presName="hierChild5" presStyleCnt="0"/>
      <dgm:spPr/>
    </dgm:pt>
    <dgm:pt modelId="{63D28493-81EE-4A0E-88F8-EA3D320A0D10}" type="pres">
      <dgm:prSet presAssocID="{50EB0F7A-E4D4-46E0-BDA6-129B267D2494}" presName="hierChild5" presStyleCnt="0"/>
      <dgm:spPr/>
    </dgm:pt>
    <dgm:pt modelId="{E88D4889-73A5-4EBC-A233-27DC1C40189D}" type="pres">
      <dgm:prSet presAssocID="{801EAF95-D303-415B-9FD1-B126E0A3278D}" presName="hierChild5" presStyleCnt="0"/>
      <dgm:spPr/>
    </dgm:pt>
    <dgm:pt modelId="{7CB85329-E79B-4F3F-8D0B-84FEB91B00C5}" type="pres">
      <dgm:prSet presAssocID="{D3CBA104-839A-48C9-946B-09DA2DE33AD6}" presName="Name37" presStyleLbl="parChTrans1D4" presStyleIdx="9" presStyleCnt="11"/>
      <dgm:spPr/>
    </dgm:pt>
    <dgm:pt modelId="{76F66355-2310-4112-B24A-C99382A5D05F}" type="pres">
      <dgm:prSet presAssocID="{709FD6ED-F62C-46F8-BCDA-364A4F67595B}" presName="hierRoot2" presStyleCnt="0">
        <dgm:presLayoutVars>
          <dgm:hierBranch val="init"/>
        </dgm:presLayoutVars>
      </dgm:prSet>
      <dgm:spPr/>
    </dgm:pt>
    <dgm:pt modelId="{2B76B54A-A682-4E27-81AB-91817184106E}" type="pres">
      <dgm:prSet presAssocID="{709FD6ED-F62C-46F8-BCDA-364A4F67595B}" presName="rootComposite" presStyleCnt="0"/>
      <dgm:spPr/>
    </dgm:pt>
    <dgm:pt modelId="{43AA0D8C-E3C0-427B-B079-BF96FE560576}" type="pres">
      <dgm:prSet presAssocID="{709FD6ED-F62C-46F8-BCDA-364A4F67595B}" presName="rootText" presStyleLbl="node1" presStyleIdx="11" presStyleCnt="15">
        <dgm:presLayoutVars>
          <dgm:chMax/>
          <dgm:chPref val="3"/>
        </dgm:presLayoutVars>
      </dgm:prSet>
      <dgm:spPr/>
    </dgm:pt>
    <dgm:pt modelId="{E911A86C-6D52-41B3-A2D4-CDEBF9F3E941}" type="pres">
      <dgm:prSet presAssocID="{709FD6ED-F62C-46F8-BCDA-364A4F67595B}" presName="titleText2" presStyleLbl="fgAcc1" presStyleIdx="11" presStyleCnt="15">
        <dgm:presLayoutVars>
          <dgm:chMax val="0"/>
          <dgm:chPref val="0"/>
        </dgm:presLayoutVars>
      </dgm:prSet>
      <dgm:spPr/>
    </dgm:pt>
    <dgm:pt modelId="{8EE0DFA3-798A-413F-8F0C-9A9CCE5CE293}" type="pres">
      <dgm:prSet presAssocID="{709FD6ED-F62C-46F8-BCDA-364A4F67595B}" presName="rootConnector" presStyleLbl="node4" presStyleIdx="0" presStyleCnt="0"/>
      <dgm:spPr/>
    </dgm:pt>
    <dgm:pt modelId="{8D3E6AC0-5C05-4C3F-91DC-3829D97D1DBE}" type="pres">
      <dgm:prSet presAssocID="{709FD6ED-F62C-46F8-BCDA-364A4F67595B}" presName="hierChild4" presStyleCnt="0"/>
      <dgm:spPr/>
    </dgm:pt>
    <dgm:pt modelId="{1782098C-0D37-4153-A8C7-CF7B9EA490C0}" type="pres">
      <dgm:prSet presAssocID="{709FD6ED-F62C-46F8-BCDA-364A4F67595B}" presName="hierChild5" presStyleCnt="0"/>
      <dgm:spPr/>
    </dgm:pt>
    <dgm:pt modelId="{67D9BB22-23D3-4F9E-A4AE-8A37733445E8}" type="pres">
      <dgm:prSet presAssocID="{5C45EB04-7044-4591-AFDE-F24F1EF15DAA}" presName="Name37" presStyleLbl="parChTrans1D4" presStyleIdx="10" presStyleCnt="11"/>
      <dgm:spPr/>
    </dgm:pt>
    <dgm:pt modelId="{0F840ABA-5C99-4730-B3C1-5CFE73378C43}" type="pres">
      <dgm:prSet presAssocID="{BC24670E-A78E-42E5-A77A-CEF51D307718}" presName="hierRoot2" presStyleCnt="0">
        <dgm:presLayoutVars>
          <dgm:hierBranch val="init"/>
        </dgm:presLayoutVars>
      </dgm:prSet>
      <dgm:spPr/>
    </dgm:pt>
    <dgm:pt modelId="{8AE04F2F-BC64-4425-8892-DF4593B253C8}" type="pres">
      <dgm:prSet presAssocID="{BC24670E-A78E-42E5-A77A-CEF51D307718}" presName="rootComposite" presStyleCnt="0"/>
      <dgm:spPr/>
    </dgm:pt>
    <dgm:pt modelId="{F2B8371B-8368-469C-BEEC-A4F77F961886}" type="pres">
      <dgm:prSet presAssocID="{BC24670E-A78E-42E5-A77A-CEF51D307718}" presName="rootText" presStyleLbl="node1" presStyleIdx="12" presStyleCnt="15">
        <dgm:presLayoutVars>
          <dgm:chMax/>
          <dgm:chPref val="3"/>
        </dgm:presLayoutVars>
      </dgm:prSet>
      <dgm:spPr/>
    </dgm:pt>
    <dgm:pt modelId="{528071B9-D4EB-437F-AB06-47C659711DAC}" type="pres">
      <dgm:prSet presAssocID="{BC24670E-A78E-42E5-A77A-CEF51D307718}" presName="titleText2" presStyleLbl="fgAcc1" presStyleIdx="12" presStyleCnt="15">
        <dgm:presLayoutVars>
          <dgm:chMax val="0"/>
          <dgm:chPref val="0"/>
        </dgm:presLayoutVars>
      </dgm:prSet>
      <dgm:spPr/>
    </dgm:pt>
    <dgm:pt modelId="{71ADC556-0545-4FC8-B030-5BD8BEC8EE25}" type="pres">
      <dgm:prSet presAssocID="{BC24670E-A78E-42E5-A77A-CEF51D307718}" presName="rootConnector" presStyleLbl="node4" presStyleIdx="0" presStyleCnt="0"/>
      <dgm:spPr/>
    </dgm:pt>
    <dgm:pt modelId="{62555666-DA63-4422-8C2E-E733B620E8EE}" type="pres">
      <dgm:prSet presAssocID="{BC24670E-A78E-42E5-A77A-CEF51D307718}" presName="hierChild4" presStyleCnt="0"/>
      <dgm:spPr/>
    </dgm:pt>
    <dgm:pt modelId="{5A658C25-3CD1-4AB6-A47E-96B578B41633}" type="pres">
      <dgm:prSet presAssocID="{BC24670E-A78E-42E5-A77A-CEF51D307718}" presName="hierChild5" presStyleCnt="0"/>
      <dgm:spPr/>
    </dgm:pt>
    <dgm:pt modelId="{B34FB33C-5803-41EB-8889-F34F598761CD}" type="pres">
      <dgm:prSet presAssocID="{32E561B6-D553-4F5A-A9A3-293C9FD04CC0}" presName="hierChild5" presStyleCnt="0"/>
      <dgm:spPr/>
    </dgm:pt>
    <dgm:pt modelId="{76565745-BF77-40C0-B555-5ACC7CE29375}" type="pres">
      <dgm:prSet presAssocID="{B02AFCF3-9F08-490B-9D40-27B1BB3E5CEE}" presName="hierChild5" presStyleCnt="0"/>
      <dgm:spPr/>
    </dgm:pt>
    <dgm:pt modelId="{D5393456-0F59-4B7A-9FA0-928ECD9C11BA}" type="pres">
      <dgm:prSet presAssocID="{51BD6CFB-AD50-46A0-844F-ECE606B15BC6}" presName="Name37" presStyleLbl="parChTrans1D2" presStyleIdx="1" presStyleCnt="2"/>
      <dgm:spPr/>
    </dgm:pt>
    <dgm:pt modelId="{675AEFD5-2A5B-4E7C-A80A-6850282F56D2}" type="pres">
      <dgm:prSet presAssocID="{8698B3CF-EB8D-4905-AD9A-6D07728B819D}" presName="hierRoot2" presStyleCnt="0">
        <dgm:presLayoutVars>
          <dgm:hierBranch val="init"/>
        </dgm:presLayoutVars>
      </dgm:prSet>
      <dgm:spPr/>
    </dgm:pt>
    <dgm:pt modelId="{9D571768-BE43-4DFA-9904-BE56A314363C}" type="pres">
      <dgm:prSet presAssocID="{8698B3CF-EB8D-4905-AD9A-6D07728B819D}" presName="rootComposite" presStyleCnt="0"/>
      <dgm:spPr/>
    </dgm:pt>
    <dgm:pt modelId="{12E1F087-8D27-4372-BDE0-0ACAF0AE1B3B}" type="pres">
      <dgm:prSet presAssocID="{8698B3CF-EB8D-4905-AD9A-6D07728B819D}" presName="rootText" presStyleLbl="node1" presStyleIdx="13" presStyleCnt="15" custScaleX="180530" custLinFactNeighborX="641" custLinFactNeighborY="2049">
        <dgm:presLayoutVars>
          <dgm:chMax/>
          <dgm:chPref val="3"/>
        </dgm:presLayoutVars>
      </dgm:prSet>
      <dgm:spPr/>
    </dgm:pt>
    <dgm:pt modelId="{F1BA1082-0B27-4685-9A7D-9F998FD8777B}" type="pres">
      <dgm:prSet presAssocID="{8698B3CF-EB8D-4905-AD9A-6D07728B819D}" presName="titleText2" presStyleLbl="fgAcc1" presStyleIdx="13" presStyleCnt="15">
        <dgm:presLayoutVars>
          <dgm:chMax val="0"/>
          <dgm:chPref val="0"/>
        </dgm:presLayoutVars>
      </dgm:prSet>
      <dgm:spPr/>
    </dgm:pt>
    <dgm:pt modelId="{6E34CDB3-A5E3-4EEC-9846-4C84FF704D33}" type="pres">
      <dgm:prSet presAssocID="{8698B3CF-EB8D-4905-AD9A-6D07728B819D}" presName="rootConnector" presStyleLbl="node2" presStyleIdx="0" presStyleCnt="0"/>
      <dgm:spPr/>
    </dgm:pt>
    <dgm:pt modelId="{736E5393-D2BE-473B-B753-130F8F5E2CE6}" type="pres">
      <dgm:prSet presAssocID="{8698B3CF-EB8D-4905-AD9A-6D07728B819D}" presName="hierChild4" presStyleCnt="0"/>
      <dgm:spPr/>
    </dgm:pt>
    <dgm:pt modelId="{E0AE7B88-D990-494A-92CE-C9C553273F5B}" type="pres">
      <dgm:prSet presAssocID="{F908A98E-33BD-46E1-A0A9-713D5A2FBC6F}" presName="Name37" presStyleLbl="parChTrans1D3" presStyleIdx="1" presStyleCnt="2"/>
      <dgm:spPr/>
    </dgm:pt>
    <dgm:pt modelId="{DCCC3CF7-F126-42CF-9730-6A8172D465E9}" type="pres">
      <dgm:prSet presAssocID="{45757682-0D5D-4F2E-BDC2-82C2BA7D7AF0}" presName="hierRoot2" presStyleCnt="0">
        <dgm:presLayoutVars>
          <dgm:hierBranch val="init"/>
        </dgm:presLayoutVars>
      </dgm:prSet>
      <dgm:spPr/>
    </dgm:pt>
    <dgm:pt modelId="{86F1A967-3E88-4B85-B6F7-BEA6AADDAD7F}" type="pres">
      <dgm:prSet presAssocID="{45757682-0D5D-4F2E-BDC2-82C2BA7D7AF0}" presName="rootComposite" presStyleCnt="0"/>
      <dgm:spPr/>
    </dgm:pt>
    <dgm:pt modelId="{E4BF637A-3AD1-4BAE-A32B-3787741C5AD3}" type="pres">
      <dgm:prSet presAssocID="{45757682-0D5D-4F2E-BDC2-82C2BA7D7AF0}" presName="rootText" presStyleLbl="node1" presStyleIdx="14" presStyleCnt="15" custScaleX="141681">
        <dgm:presLayoutVars>
          <dgm:chMax/>
          <dgm:chPref val="3"/>
        </dgm:presLayoutVars>
      </dgm:prSet>
      <dgm:spPr/>
    </dgm:pt>
    <dgm:pt modelId="{21089F5E-BB92-4F79-87E6-62FF17A10F5F}" type="pres">
      <dgm:prSet presAssocID="{45757682-0D5D-4F2E-BDC2-82C2BA7D7AF0}" presName="titleText2" presStyleLbl="fgAcc1" presStyleIdx="14" presStyleCnt="15">
        <dgm:presLayoutVars>
          <dgm:chMax val="0"/>
          <dgm:chPref val="0"/>
        </dgm:presLayoutVars>
      </dgm:prSet>
      <dgm:spPr/>
    </dgm:pt>
    <dgm:pt modelId="{70146D2A-3ADF-4669-B4E8-8B85ACA8C6C5}" type="pres">
      <dgm:prSet presAssocID="{45757682-0D5D-4F2E-BDC2-82C2BA7D7AF0}" presName="rootConnector" presStyleLbl="node3" presStyleIdx="0" presStyleCnt="0"/>
      <dgm:spPr/>
    </dgm:pt>
    <dgm:pt modelId="{3FB6C3EC-90EB-478B-988B-92CFBC153F89}" type="pres">
      <dgm:prSet presAssocID="{45757682-0D5D-4F2E-BDC2-82C2BA7D7AF0}" presName="hierChild4" presStyleCnt="0"/>
      <dgm:spPr/>
    </dgm:pt>
    <dgm:pt modelId="{51F5749A-1F68-4030-A8B7-12F1878DCF04}" type="pres">
      <dgm:prSet presAssocID="{45757682-0D5D-4F2E-BDC2-82C2BA7D7AF0}" presName="hierChild5" presStyleCnt="0"/>
      <dgm:spPr/>
    </dgm:pt>
    <dgm:pt modelId="{4D911B79-D217-4492-AA45-8331FA3A5CFA}" type="pres">
      <dgm:prSet presAssocID="{8698B3CF-EB8D-4905-AD9A-6D07728B819D}" presName="hierChild5" presStyleCnt="0"/>
      <dgm:spPr/>
    </dgm:pt>
    <dgm:pt modelId="{E9B59E65-8FE4-4F58-A645-8C54F93262ED}" type="pres">
      <dgm:prSet presAssocID="{CC1C53FD-B870-44ED-993F-0EEDDF64A6E1}" presName="hierChild3" presStyleCnt="0"/>
      <dgm:spPr/>
    </dgm:pt>
  </dgm:ptLst>
  <dgm:cxnLst>
    <dgm:cxn modelId="{FD1BD601-A576-40DC-904E-F2D73DC319EE}" type="presOf" srcId="{50EB0F7A-E4D4-46E0-BDA6-129B267D2494}" destId="{39456503-83D1-4B72-869F-CCE9DC2767DE}" srcOrd="1" destOrd="0" presId="urn:microsoft.com/office/officeart/2008/layout/NameandTitleOrganizationalChart"/>
    <dgm:cxn modelId="{77D59402-5914-4B12-999D-865420966BFF}" srcId="{32E561B6-D553-4F5A-A9A3-293C9FD04CC0}" destId="{BC24670E-A78E-42E5-A77A-CEF51D307718}" srcOrd="2" destOrd="0" parTransId="{5C45EB04-7044-4591-AFDE-F24F1EF15DAA}" sibTransId="{0286ABB0-0CE6-4857-97E6-59897D04E9C2}"/>
    <dgm:cxn modelId="{9EFEDF03-0AD8-4C46-B86C-6B6D242E3DD4}" srcId="{46512424-537A-40BC-8D44-CAC1D66ECA78}" destId="{CC1C53FD-B870-44ED-993F-0EEDDF64A6E1}" srcOrd="0" destOrd="0" parTransId="{5F50917D-68EF-4330-8932-25BE55EC252F}" sibTransId="{5BD566AF-0C88-4FAE-8BA0-397F3321356C}"/>
    <dgm:cxn modelId="{8588C706-DAA0-4B2F-BE33-6175CD1BE627}" type="presOf" srcId="{8698B3CF-EB8D-4905-AD9A-6D07728B819D}" destId="{6E34CDB3-A5E3-4EEC-9846-4C84FF704D33}" srcOrd="1" destOrd="0" presId="urn:microsoft.com/office/officeart/2008/layout/NameandTitleOrganizationalChart"/>
    <dgm:cxn modelId="{EAA73508-2B2E-4242-9FA4-BBFBDED8422A}" type="presOf" srcId="{CC1C53FD-B870-44ED-993F-0EEDDF64A6E1}" destId="{27BF763F-AA1F-460C-BE77-E12B1D1259E3}" srcOrd="1" destOrd="0" presId="urn:microsoft.com/office/officeart/2008/layout/NameandTitleOrganizationalChart"/>
    <dgm:cxn modelId="{98468F08-7D2A-40F1-8018-2D334044B11F}" type="presOf" srcId="{2DD1683C-A7C6-4EAD-81BD-CD379E50E84E}" destId="{26EA24CE-52A3-48FC-A0A6-C5E5E80ED61A}" srcOrd="0" destOrd="0" presId="urn:microsoft.com/office/officeart/2008/layout/NameandTitleOrganizationalChart"/>
    <dgm:cxn modelId="{39EC9E08-DDBC-4804-92A7-F868146383B4}" type="presOf" srcId="{D5944809-06B1-486E-AAED-BEC2642B45E0}" destId="{C289679D-95FC-4B83-B044-D4F8356F350F}" srcOrd="0" destOrd="0" presId="urn:microsoft.com/office/officeart/2008/layout/NameandTitleOrganizationalChart"/>
    <dgm:cxn modelId="{4AB75209-66C0-440A-A3CC-FC50C4DD4A57}" type="presOf" srcId="{47187493-C135-4AE3-B096-294627FB1E5C}" destId="{01197BDE-314A-4942-A29C-EC5AF12A3655}" srcOrd="1" destOrd="0" presId="urn:microsoft.com/office/officeart/2008/layout/NameandTitleOrganizationalChart"/>
    <dgm:cxn modelId="{94BC130C-2C3B-4797-BBFC-BCF9EE37334B}" type="presOf" srcId="{446F90E7-9571-4F12-8F72-438A00DA663B}" destId="{C659609E-A0AA-4221-AC90-329B88E7B4F3}" srcOrd="0" destOrd="0" presId="urn:microsoft.com/office/officeart/2008/layout/NameandTitleOrganizationalChart"/>
    <dgm:cxn modelId="{FEEF740C-A3AA-4680-9103-407B55833E48}" srcId="{3875B2F9-7687-4243-BBDF-5C4A93C7EF79}" destId="{C7E55928-E9F5-444B-B9FA-DB62D438C02C}" srcOrd="0" destOrd="0" parTransId="{69D93BAD-E6AF-464E-B957-A904C6035433}" sibTransId="{2EEBF141-CF7A-4C6F-B20E-DE6140F92E12}"/>
    <dgm:cxn modelId="{F122040E-5D82-4AED-9747-94B95AEE4A3B}" type="presOf" srcId="{AB565D7F-C97A-472E-A509-33C056F32DB4}" destId="{1C3D981D-5183-4340-B24F-4F72A38FF452}" srcOrd="0" destOrd="0" presId="urn:microsoft.com/office/officeart/2008/layout/NameandTitleOrganizationalChart"/>
    <dgm:cxn modelId="{4AFC6F11-D7C3-46E5-B1A2-004C556242FA}" srcId="{50EB0F7A-E4D4-46E0-BDA6-129B267D2494}" destId="{9029CA3E-9146-481E-A80B-4D8CFAC0E2F3}" srcOrd="0" destOrd="0" parTransId="{1D3E5E98-A1DF-43F0-971D-4F5ACF6F78AA}" sibTransId="{73FD026E-0C44-488D-B369-99331EFA67D1}"/>
    <dgm:cxn modelId="{1BBC1216-1217-49BA-9AB2-C8001F32E619}" type="presOf" srcId="{4ED37319-BA61-4ACD-8033-0906FF92C229}" destId="{92FE445F-B3B1-4D7B-87F1-0D0C0F3BD69E}" srcOrd="0" destOrd="0" presId="urn:microsoft.com/office/officeart/2008/layout/NameandTitleOrganizationalChart"/>
    <dgm:cxn modelId="{3C383B16-477A-457F-9978-A308D4A766F2}" type="presOf" srcId="{8698B3CF-EB8D-4905-AD9A-6D07728B819D}" destId="{12E1F087-8D27-4372-BDE0-0ACAF0AE1B3B}" srcOrd="0" destOrd="0" presId="urn:microsoft.com/office/officeart/2008/layout/NameandTitleOrganizationalChart"/>
    <dgm:cxn modelId="{5587CA22-1F3D-41A5-88EC-A5FF1D03F895}" type="presOf" srcId="{83D863A2-F8A7-46B7-9E0E-5AEF1A241346}" destId="{23F6BE7D-0C06-4114-BC85-8D8FA83E518D}" srcOrd="0" destOrd="0" presId="urn:microsoft.com/office/officeart/2008/layout/NameandTitleOrganizationalChart"/>
    <dgm:cxn modelId="{D0B13E29-F367-41FE-A9DC-CDD023EB457C}" type="presOf" srcId="{76B260B7-F885-45F4-A5DE-B231B52D4083}" destId="{BF9912E4-82D3-4909-8B57-9648689BED50}" srcOrd="0" destOrd="0" presId="urn:microsoft.com/office/officeart/2008/layout/NameandTitleOrganizationalChart"/>
    <dgm:cxn modelId="{E9F9052A-D81F-4AA2-9083-714ABA09E84D}" srcId="{801EAF95-D303-415B-9FD1-B126E0A3278D}" destId="{3875B2F9-7687-4243-BBDF-5C4A93C7EF79}" srcOrd="2" destOrd="0" parTransId="{7FCAD4E8-968D-4E8C-AEC5-AEB2E2F79661}" sibTransId="{E4DF4DC4-F142-4E52-A045-7980CFBA8721}"/>
    <dgm:cxn modelId="{D48DBD34-5444-4A90-80A0-31DDF5476685}" srcId="{CC1C53FD-B870-44ED-993F-0EEDDF64A6E1}" destId="{8698B3CF-EB8D-4905-AD9A-6D07728B819D}" srcOrd="1" destOrd="0" parTransId="{51BD6CFB-AD50-46A0-844F-ECE606B15BC6}" sibTransId="{47E170B9-9778-44FE-AF98-E428495A7AA0}"/>
    <dgm:cxn modelId="{48A2F33C-4247-4C05-95C0-655DD171454B}" srcId="{2DD1683C-A7C6-4EAD-81BD-CD379E50E84E}" destId="{B74078BA-2FB9-4769-953D-21B7EE3488BF}" srcOrd="0" destOrd="0" parTransId="{91B9CB76-CCCE-4C9A-8DF6-F3C998949B8C}" sibTransId="{EE2E070B-7AB8-4E90-930A-113165876ABD}"/>
    <dgm:cxn modelId="{71AE0440-8A87-4CC3-ACE3-609B16DEEBBF}" type="presOf" srcId="{69D93BAD-E6AF-464E-B957-A904C6035433}" destId="{49F90E9D-28DB-4126-AA39-69477347A958}" srcOrd="0" destOrd="0" presId="urn:microsoft.com/office/officeart/2008/layout/NameandTitleOrganizationalChart"/>
    <dgm:cxn modelId="{1E25335E-34A8-4704-87D1-B0211E8DC4AD}" type="presOf" srcId="{BC24670E-A78E-42E5-A77A-CEF51D307718}" destId="{F2B8371B-8368-469C-BEEC-A4F77F961886}" srcOrd="0" destOrd="0" presId="urn:microsoft.com/office/officeart/2008/layout/NameandTitleOrganizationalChart"/>
    <dgm:cxn modelId="{666F5565-4F6E-4BC1-8CB8-91BF521D7F01}" type="presOf" srcId="{B74078BA-2FB9-4769-953D-21B7EE3488BF}" destId="{A4339018-A907-48CB-B9F6-EE333819ED5D}" srcOrd="0" destOrd="0" presId="urn:microsoft.com/office/officeart/2008/layout/NameandTitleOrganizationalChart"/>
    <dgm:cxn modelId="{0F19FD47-C02C-40D5-913F-F75938E914A4}" type="presOf" srcId="{4ED37319-BA61-4ACD-8033-0906FF92C229}" destId="{F0F67CBB-754F-4E3E-BEA6-71EC7931AF0B}" srcOrd="1" destOrd="0" presId="urn:microsoft.com/office/officeart/2008/layout/NameandTitleOrganizationalChart"/>
    <dgm:cxn modelId="{4807F96A-0389-4C94-BCE6-8662D4A8BE9C}" type="presOf" srcId="{91B9CB76-CCCE-4C9A-8DF6-F3C998949B8C}" destId="{C75AAAA4-C4BF-4D08-8708-7F1205E5FDFC}" srcOrd="0" destOrd="0" presId="urn:microsoft.com/office/officeart/2008/layout/NameandTitleOrganizationalChart"/>
    <dgm:cxn modelId="{3B799E71-AD10-493C-A421-08FD928283D0}" type="presOf" srcId="{8024B68E-5478-48C4-A162-A238E9E08D8E}" destId="{332D0836-5AE7-42D6-8F52-C73F2801BA43}" srcOrd="0" destOrd="0" presId="urn:microsoft.com/office/officeart/2008/layout/NameandTitleOrganizationalChart"/>
    <dgm:cxn modelId="{944D3675-08AC-41FC-975B-2B2B4B5B6AB2}" type="presOf" srcId="{CC1C53FD-B870-44ED-993F-0EEDDF64A6E1}" destId="{93FDFF0A-45F4-4EAE-820C-F9CAA677D88B}" srcOrd="0" destOrd="0" presId="urn:microsoft.com/office/officeart/2008/layout/NameandTitleOrganizationalChart"/>
    <dgm:cxn modelId="{201EE877-B7B0-4153-B3DB-75768B37B431}" type="presOf" srcId="{73FD026E-0C44-488D-B369-99331EFA67D1}" destId="{5FBB6C56-43E7-470A-9862-7E05B1687F55}" srcOrd="0" destOrd="0" presId="urn:microsoft.com/office/officeart/2008/layout/NameandTitleOrganizationalChart"/>
    <dgm:cxn modelId="{D7F8FC57-D309-4153-B6CB-3D7218400BE4}" type="presOf" srcId="{DB341DAB-CAD0-4456-BE96-6013A2AE4535}" destId="{7DD0C13D-07C2-4D41-B42F-E5CEEC7182E1}" srcOrd="0" destOrd="0" presId="urn:microsoft.com/office/officeart/2008/layout/NameandTitleOrganizationalChart"/>
    <dgm:cxn modelId="{CEC00479-837A-4EDD-819F-C591E7F3AACB}" type="presOf" srcId="{50EB0F7A-E4D4-46E0-BDA6-129B267D2494}" destId="{28F22CE4-A3D4-4B92-948F-953144057E9A}" srcOrd="0" destOrd="0" presId="urn:microsoft.com/office/officeart/2008/layout/NameandTitleOrganizationalChart"/>
    <dgm:cxn modelId="{F0264A59-9D20-4C1E-9C20-58AA63CF813B}" type="presOf" srcId="{2497BB69-DE46-45B1-845C-1AA6D583AC79}" destId="{E911A86C-6D52-41B3-A2D4-CDEBF9F3E941}" srcOrd="0" destOrd="0" presId="urn:microsoft.com/office/officeart/2008/layout/NameandTitleOrganizationalChart"/>
    <dgm:cxn modelId="{5CC69159-F8A5-4CD0-ADA9-18856AF2AEE1}" type="presOf" srcId="{9029CA3E-9146-481E-A80B-4D8CFAC0E2F3}" destId="{B7343944-6A81-4980-990E-813C03DEFD02}" srcOrd="0" destOrd="0" presId="urn:microsoft.com/office/officeart/2008/layout/NameandTitleOrganizationalChart"/>
    <dgm:cxn modelId="{755E805A-2B53-4B04-AA50-CB6DAC11ED10}" type="presOf" srcId="{9974E57E-EC41-4444-A34A-18078E1FDD85}" destId="{D69B32BA-26BE-485A-AD12-4969C8C34AD3}" srcOrd="0" destOrd="0" presId="urn:microsoft.com/office/officeart/2008/layout/NameandTitleOrganizationalChart"/>
    <dgm:cxn modelId="{5561C35A-6319-4710-B279-0A31CBA71ADB}" type="presOf" srcId="{8E8EDE18-6860-4831-8A51-6B49DEA43554}" destId="{21089F5E-BB92-4F79-87E6-62FF17A10F5F}" srcOrd="0" destOrd="0" presId="urn:microsoft.com/office/officeart/2008/layout/NameandTitleOrganizationalChart"/>
    <dgm:cxn modelId="{4DB76A7C-CAE7-47AF-B503-DF6D5532ED8C}" type="presOf" srcId="{AEC4EB2B-CCE6-46D3-9C0C-52033BE19DD9}" destId="{EEDB27C3-31BB-4278-9923-4BC20B4E5534}" srcOrd="0" destOrd="0" presId="urn:microsoft.com/office/officeart/2008/layout/NameandTitleOrganizationalChart"/>
    <dgm:cxn modelId="{B91D837C-A0AF-4D28-B524-4058D7F64936}" type="presOf" srcId="{0286ABB0-0CE6-4857-97E6-59897D04E9C2}" destId="{528071B9-D4EB-437F-AB06-47C659711DAC}" srcOrd="0" destOrd="0" presId="urn:microsoft.com/office/officeart/2008/layout/NameandTitleOrganizationalChart"/>
    <dgm:cxn modelId="{EAFE5880-5D71-4B78-A2C3-D702260172CE}" type="presOf" srcId="{9D6B5436-0B2B-42A2-BFEC-4F7BBBFE35B0}" destId="{0773CE85-DB0A-4BA8-8649-7E2AB634A109}" srcOrd="0" destOrd="0" presId="urn:microsoft.com/office/officeart/2008/layout/NameandTitleOrganizationalChart"/>
    <dgm:cxn modelId="{62E4A380-CE90-41D1-8F65-02CBDBF5F9D2}" type="presOf" srcId="{5C45EB04-7044-4591-AFDE-F24F1EF15DAA}" destId="{67D9BB22-23D3-4F9E-A4AE-8A37733445E8}" srcOrd="0" destOrd="0" presId="urn:microsoft.com/office/officeart/2008/layout/NameandTitleOrganizationalChart"/>
    <dgm:cxn modelId="{DC2D0881-F6DD-419B-80EA-9F0935119092}" type="presOf" srcId="{2DD1683C-A7C6-4EAD-81BD-CD379E50E84E}" destId="{A8B7BA78-32C8-4DCB-8D2F-1741B7B1AB34}" srcOrd="1" destOrd="0" presId="urn:microsoft.com/office/officeart/2008/layout/NameandTitleOrganizationalChart"/>
    <dgm:cxn modelId="{BF398191-E22A-4BA2-81D5-2656AA43C084}" srcId="{8698B3CF-EB8D-4905-AD9A-6D07728B819D}" destId="{45757682-0D5D-4F2E-BDC2-82C2BA7D7AF0}" srcOrd="0" destOrd="0" parTransId="{F908A98E-33BD-46E1-A0A9-713D5A2FBC6F}" sibTransId="{8E8EDE18-6860-4831-8A51-6B49DEA43554}"/>
    <dgm:cxn modelId="{A0B36295-C845-4739-80D9-25BFB3ED0C01}" type="presOf" srcId="{C937AA78-8F4F-46E7-AE0F-25283ACED4D1}" destId="{E4FE2793-5E43-44D6-BC04-022ACFE8D717}" srcOrd="0" destOrd="0" presId="urn:microsoft.com/office/officeart/2008/layout/NameandTitleOrganizationalChart"/>
    <dgm:cxn modelId="{2C1D3898-CE53-474F-9178-49E2F170DC15}" type="presOf" srcId="{B02AFCF3-9F08-490B-9D40-27B1BB3E5CEE}" destId="{845B4A41-DFAE-450F-A520-DD76184BB27A}" srcOrd="1" destOrd="0" presId="urn:microsoft.com/office/officeart/2008/layout/NameandTitleOrganizationalChart"/>
    <dgm:cxn modelId="{DBE58D98-339F-4D6A-9129-B1E485B39301}" type="presOf" srcId="{45757682-0D5D-4F2E-BDC2-82C2BA7D7AF0}" destId="{70146D2A-3ADF-4669-B4E8-8B85ACA8C6C5}" srcOrd="1" destOrd="0" presId="urn:microsoft.com/office/officeart/2008/layout/NameandTitleOrganizationalChart"/>
    <dgm:cxn modelId="{8D6EBF99-C9FD-4EEE-9DFD-BF01C7442109}" type="presOf" srcId="{D3CBA104-839A-48C9-946B-09DA2DE33AD6}" destId="{7CB85329-E79B-4F3F-8D0B-84FEB91B00C5}" srcOrd="0" destOrd="0" presId="urn:microsoft.com/office/officeart/2008/layout/NameandTitleOrganizationalChart"/>
    <dgm:cxn modelId="{40BBD39F-41C3-4EA5-B87A-D60603FC2899}" type="presOf" srcId="{9029CA3E-9146-481E-A80B-4D8CFAC0E2F3}" destId="{8EF22D60-45D4-4090-A043-9046CE3E675D}" srcOrd="1" destOrd="0" presId="urn:microsoft.com/office/officeart/2008/layout/NameandTitleOrganizationalChart"/>
    <dgm:cxn modelId="{676CF9A0-63C0-49F5-B33C-4558128BE814}" type="presOf" srcId="{C7E55928-E9F5-444B-B9FA-DB62D438C02C}" destId="{4523B0FB-90E0-448F-AB26-419D5DAA0CBD}" srcOrd="1" destOrd="0" presId="urn:microsoft.com/office/officeart/2008/layout/NameandTitleOrganizationalChart"/>
    <dgm:cxn modelId="{34316DA3-1178-4575-8E91-6E1B82579473}" type="presOf" srcId="{EE2E070B-7AB8-4E90-930A-113165876ABD}" destId="{1BBB8A41-4906-44CD-831F-8935E8AFD1D9}" srcOrd="0" destOrd="0" presId="urn:microsoft.com/office/officeart/2008/layout/NameandTitleOrganizationalChart"/>
    <dgm:cxn modelId="{75326DA3-7E00-40DD-975C-FB9FB6A7ECA6}" type="presOf" srcId="{709FD6ED-F62C-46F8-BCDA-364A4F67595B}" destId="{43AA0D8C-E3C0-427B-B079-BF96FE560576}" srcOrd="0" destOrd="0" presId="urn:microsoft.com/office/officeart/2008/layout/NameandTitleOrganizationalChart"/>
    <dgm:cxn modelId="{03B807A7-B05B-4363-902C-0241540BB0D1}" type="presOf" srcId="{1D3E5E98-A1DF-43F0-971D-4F5ACF6F78AA}" destId="{914D124F-B68C-494D-BA00-BCA7E9FAFCC0}" srcOrd="0" destOrd="0" presId="urn:microsoft.com/office/officeart/2008/layout/NameandTitleOrganizationalChart"/>
    <dgm:cxn modelId="{532A0AA7-BF84-4FDD-9013-8C71DD1B890D}" type="presOf" srcId="{5BD566AF-0C88-4FAE-8BA0-397F3321356C}" destId="{FE1478F5-9E4F-474A-8E95-99692C0DC769}" srcOrd="0" destOrd="0" presId="urn:microsoft.com/office/officeart/2008/layout/NameandTitleOrganizationalChart"/>
    <dgm:cxn modelId="{6A4DADA9-3410-4367-A783-BAEEDC530DEB}" srcId="{801EAF95-D303-415B-9FD1-B126E0A3278D}" destId="{4ED37319-BA61-4ACD-8033-0906FF92C229}" srcOrd="1" destOrd="0" parTransId="{446F90E7-9571-4F12-8F72-438A00DA663B}" sibTransId="{76B260B7-F885-45F4-A5DE-B231B52D4083}"/>
    <dgm:cxn modelId="{D42BF4A9-B020-48AF-8B3C-E35AA50657F4}" srcId="{4ED37319-BA61-4ACD-8033-0906FF92C229}" destId="{47187493-C135-4AE3-B096-294627FB1E5C}" srcOrd="0" destOrd="0" parTransId="{AB565D7F-C97A-472E-A509-33C056F32DB4}" sibTransId="{AEC4EB2B-CCE6-46D3-9C0C-52033BE19DD9}"/>
    <dgm:cxn modelId="{2A6698AC-685B-4C59-B9B8-55DBAF1FA126}" type="presOf" srcId="{B74078BA-2FB9-4769-953D-21B7EE3488BF}" destId="{55A171A3-A9D3-47D8-AFF1-D0A7230FC92F}" srcOrd="1" destOrd="0" presId="urn:microsoft.com/office/officeart/2008/layout/NameandTitleOrganizationalChart"/>
    <dgm:cxn modelId="{218EAEAC-0770-42D6-9191-ECE1726B71DB}" type="presOf" srcId="{2EEBF141-CF7A-4C6F-B20E-DE6140F92E12}" destId="{0881ADDF-C65B-43AE-85C9-AB1B701B1DF1}" srcOrd="0" destOrd="0" presId="urn:microsoft.com/office/officeart/2008/layout/NameandTitleOrganizationalChart"/>
    <dgm:cxn modelId="{47C12FAE-7FF7-47E3-ABE2-AE3569EBE939}" type="presOf" srcId="{801EAF95-D303-415B-9FD1-B126E0A3278D}" destId="{5BCE3075-582A-467D-85AC-71DEF703E338}" srcOrd="1" destOrd="0" presId="urn:microsoft.com/office/officeart/2008/layout/NameandTitleOrganizationalChart"/>
    <dgm:cxn modelId="{83B755AF-0723-4378-B9DA-02A04C1AAFCB}" type="presOf" srcId="{3875B2F9-7687-4243-BBDF-5C4A93C7EF79}" destId="{17AE3AF9-55E0-4797-9D20-BAC2A181C082}" srcOrd="1" destOrd="0" presId="urn:microsoft.com/office/officeart/2008/layout/NameandTitleOrganizationalChart"/>
    <dgm:cxn modelId="{0C7F9BAF-3515-4D55-B846-9F2853066BE0}" type="presOf" srcId="{46512424-537A-40BC-8D44-CAC1D66ECA78}" destId="{868ABA1A-E432-480E-A0B3-E0FAD479E19B}" srcOrd="0" destOrd="0" presId="urn:microsoft.com/office/officeart/2008/layout/NameandTitleOrganizationalChart"/>
    <dgm:cxn modelId="{30DB08B0-4600-48EE-B60E-9F7F35CA9134}" type="presOf" srcId="{B02AFCF3-9F08-490B-9D40-27B1BB3E5CEE}" destId="{C8D73631-841B-4213-BBB9-DCD9B160F6B6}" srcOrd="0" destOrd="0" presId="urn:microsoft.com/office/officeart/2008/layout/NameandTitleOrganizationalChart"/>
    <dgm:cxn modelId="{216A50B4-F367-4DF2-A2A5-A6533768ECFB}" type="presOf" srcId="{7FCAD4E8-968D-4E8C-AEC5-AEB2E2F79661}" destId="{DDB5BC3C-B378-4849-9C75-257AEB71FE00}" srcOrd="0" destOrd="0" presId="urn:microsoft.com/office/officeart/2008/layout/NameandTitleOrganizationalChart"/>
    <dgm:cxn modelId="{C2825AB4-B67F-4F27-A4FA-4E9CA32C6138}" type="presOf" srcId="{47E170B9-9778-44FE-AF98-E428495A7AA0}" destId="{F1BA1082-0B27-4685-9A7D-9F998FD8777B}" srcOrd="0" destOrd="0" presId="urn:microsoft.com/office/officeart/2008/layout/NameandTitleOrganizationalChart"/>
    <dgm:cxn modelId="{AF428FB5-294E-4DA2-82C8-A8F819AC87A8}" type="presOf" srcId="{F908A98E-33BD-46E1-A0A9-713D5A2FBC6F}" destId="{E0AE7B88-D990-494A-92CE-C9C553273F5B}" srcOrd="0" destOrd="0" presId="urn:microsoft.com/office/officeart/2008/layout/NameandTitleOrganizationalChart"/>
    <dgm:cxn modelId="{B09F96B5-5B8F-4CDD-B1EF-D9D7B850E036}" type="presOf" srcId="{0B6FB515-A4A8-40E0-9884-545A8D9DDE70}" destId="{38F37F09-89E7-4AA9-83FC-F75CA5A4CACD}" srcOrd="0" destOrd="0" presId="urn:microsoft.com/office/officeart/2008/layout/NameandTitleOrganizationalChart"/>
    <dgm:cxn modelId="{E9B347B8-1D18-471B-A830-3DB963A49A39}" type="presOf" srcId="{BC24670E-A78E-42E5-A77A-CEF51D307718}" destId="{71ADC556-0545-4FC8-B030-5BD8BEC8EE25}" srcOrd="1" destOrd="0" presId="urn:microsoft.com/office/officeart/2008/layout/NameandTitleOrganizationalChart"/>
    <dgm:cxn modelId="{E70E55BB-F707-4492-BA83-36D9EAEB270F}" srcId="{32E561B6-D553-4F5A-A9A3-293C9FD04CC0}" destId="{801EAF95-D303-415B-9FD1-B126E0A3278D}" srcOrd="0" destOrd="0" parTransId="{D5944809-06B1-486E-AAED-BEC2642B45E0}" sibTransId="{EBF8B293-2A73-4D0C-949B-A34FBA61147A}"/>
    <dgm:cxn modelId="{83E932BE-26BD-462B-8ACA-C93B586E1454}" srcId="{32E561B6-D553-4F5A-A9A3-293C9FD04CC0}" destId="{709FD6ED-F62C-46F8-BCDA-364A4F67595B}" srcOrd="1" destOrd="0" parTransId="{D3CBA104-839A-48C9-946B-09DA2DE33AD6}" sibTransId="{2497BB69-DE46-45B1-845C-1AA6D583AC79}"/>
    <dgm:cxn modelId="{74412BC1-1C60-421D-BB67-ACF1876C2680}" type="presOf" srcId="{3875B2F9-7687-4243-BBDF-5C4A93C7EF79}" destId="{1873D627-9D74-466F-9301-27844A305CE7}" srcOrd="0" destOrd="0" presId="urn:microsoft.com/office/officeart/2008/layout/NameandTitleOrganizationalChart"/>
    <dgm:cxn modelId="{E4CFA9C5-0316-4E9E-A0B5-EC367921C6DE}" type="presOf" srcId="{51BD6CFB-AD50-46A0-844F-ECE606B15BC6}" destId="{D5393456-0F59-4B7A-9FA0-928ECD9C11BA}" srcOrd="0" destOrd="0" presId="urn:microsoft.com/office/officeart/2008/layout/NameandTitleOrganizationalChart"/>
    <dgm:cxn modelId="{71B4C0CF-CB82-46E0-A790-AD922EDD16CB}" srcId="{801EAF95-D303-415B-9FD1-B126E0A3278D}" destId="{50EB0F7A-E4D4-46E0-BDA6-129B267D2494}" srcOrd="3" destOrd="0" parTransId="{83D863A2-F8A7-46B7-9E0E-5AEF1A241346}" sibTransId="{DB341DAB-CAD0-4456-BE96-6013A2AE4535}"/>
    <dgm:cxn modelId="{CCFFB9D1-9028-4D9C-B6A9-696015519973}" type="presOf" srcId="{EBF8B293-2A73-4D0C-949B-A34FBA61147A}" destId="{D30F2AA1-C648-4341-B60C-759AADC8E0C8}" srcOrd="0" destOrd="0" presId="urn:microsoft.com/office/officeart/2008/layout/NameandTitleOrganizationalChart"/>
    <dgm:cxn modelId="{E37195D4-F149-4CD0-AAA4-25F01FD949CD}" srcId="{CC1C53FD-B870-44ED-993F-0EEDDF64A6E1}" destId="{B02AFCF3-9F08-490B-9D40-27B1BB3E5CEE}" srcOrd="0" destOrd="0" parTransId="{F56DE7ED-2FFC-4A1E-948E-FD27AE236F8A}" sibTransId="{9974E57E-EC41-4444-A34A-18078E1FDD85}"/>
    <dgm:cxn modelId="{E0C628D5-90F0-4D6F-B9E7-BFE402CC6EA5}" type="presOf" srcId="{32E561B6-D553-4F5A-A9A3-293C9FD04CC0}" destId="{8BA1FC9F-259F-4C93-801B-9E06A5F30EF3}" srcOrd="1" destOrd="0" presId="urn:microsoft.com/office/officeart/2008/layout/NameandTitleOrganizationalChart"/>
    <dgm:cxn modelId="{CD0A1FD7-A150-4504-826F-887084A4BB5F}" type="presOf" srcId="{E4DF4DC4-F142-4E52-A045-7980CFBA8721}" destId="{58EBC929-1AEB-4FCC-B47D-554C1563D611}" srcOrd="0" destOrd="0" presId="urn:microsoft.com/office/officeart/2008/layout/NameandTitleOrganizationalChart"/>
    <dgm:cxn modelId="{770189DC-ED09-472B-B94B-527AE12765CD}" type="presOf" srcId="{47187493-C135-4AE3-B096-294627FB1E5C}" destId="{D9F03EEA-D7C4-4AAF-91EB-7A982DD4F597}" srcOrd="0" destOrd="0" presId="urn:microsoft.com/office/officeart/2008/layout/NameandTitleOrganizationalChart"/>
    <dgm:cxn modelId="{E673ECDC-B858-4334-A757-1734A27C8055}" type="presOf" srcId="{801EAF95-D303-415B-9FD1-B126E0A3278D}" destId="{1F99EA13-5E33-4328-9538-C9578F47C868}" srcOrd="0" destOrd="0" presId="urn:microsoft.com/office/officeart/2008/layout/NameandTitleOrganizationalChart"/>
    <dgm:cxn modelId="{CBD60BDD-683F-4589-BA10-C7461D25B93B}" type="presOf" srcId="{C7E55928-E9F5-444B-B9FA-DB62D438C02C}" destId="{41898485-27BA-41F0-80E4-823F7C088452}" srcOrd="0" destOrd="0" presId="urn:microsoft.com/office/officeart/2008/layout/NameandTitleOrganizationalChart"/>
    <dgm:cxn modelId="{6D1D8BE4-15CF-49FC-981E-44FCF3CFA509}" srcId="{B02AFCF3-9F08-490B-9D40-27B1BB3E5CEE}" destId="{32E561B6-D553-4F5A-A9A3-293C9FD04CC0}" srcOrd="0" destOrd="0" parTransId="{0B6FB515-A4A8-40E0-9884-545A8D9DDE70}" sibTransId="{9D6B5436-0B2B-42A2-BFEC-4F7BBBFE35B0}"/>
    <dgm:cxn modelId="{B874A5E4-4EB1-44DF-B041-F716296EED09}" type="presOf" srcId="{F56DE7ED-2FFC-4A1E-948E-FD27AE236F8A}" destId="{8CE608E8-0382-4937-BE17-ECC0A6F91DA2}" srcOrd="0" destOrd="0" presId="urn:microsoft.com/office/officeart/2008/layout/NameandTitleOrganizationalChart"/>
    <dgm:cxn modelId="{875FADEB-2093-4482-B881-CAA924FDF1ED}" srcId="{801EAF95-D303-415B-9FD1-B126E0A3278D}" destId="{2DD1683C-A7C6-4EAD-81BD-CD379E50E84E}" srcOrd="0" destOrd="0" parTransId="{8024B68E-5478-48C4-A162-A238E9E08D8E}" sibTransId="{C937AA78-8F4F-46E7-AE0F-25283ACED4D1}"/>
    <dgm:cxn modelId="{C74BB9EB-86F9-4C8A-B9F5-875224BBF81F}" type="presOf" srcId="{45757682-0D5D-4F2E-BDC2-82C2BA7D7AF0}" destId="{E4BF637A-3AD1-4BAE-A32B-3787741C5AD3}" srcOrd="0" destOrd="0" presId="urn:microsoft.com/office/officeart/2008/layout/NameandTitleOrganizationalChart"/>
    <dgm:cxn modelId="{9B3841F2-CC9D-41EB-8559-D347DB353B31}" type="presOf" srcId="{32E561B6-D553-4F5A-A9A3-293C9FD04CC0}" destId="{9F950E22-B48C-4A25-9BAD-F6A7386EAC46}" srcOrd="0" destOrd="0" presId="urn:microsoft.com/office/officeart/2008/layout/NameandTitleOrganizationalChart"/>
    <dgm:cxn modelId="{181E5FF9-7D16-40A5-B889-AE74A93B016E}" type="presOf" srcId="{709FD6ED-F62C-46F8-BCDA-364A4F67595B}" destId="{8EE0DFA3-798A-413F-8F0C-9A9CCE5CE293}" srcOrd="1" destOrd="0" presId="urn:microsoft.com/office/officeart/2008/layout/NameandTitleOrganizationalChart"/>
    <dgm:cxn modelId="{A4DA88FA-E3EF-42F7-8DCC-D9422137D37C}" type="presParOf" srcId="{868ABA1A-E432-480E-A0B3-E0FAD479E19B}" destId="{F6635934-2E10-4DFC-9F08-905C1CD48E76}" srcOrd="0" destOrd="0" presId="urn:microsoft.com/office/officeart/2008/layout/NameandTitleOrganizationalChart"/>
    <dgm:cxn modelId="{6D49120C-A15F-481E-A893-AEF7E1C411B2}" type="presParOf" srcId="{F6635934-2E10-4DFC-9F08-905C1CD48E76}" destId="{E1A0D89A-21DE-4F5E-9755-9787C37B41BD}" srcOrd="0" destOrd="0" presId="urn:microsoft.com/office/officeart/2008/layout/NameandTitleOrganizationalChart"/>
    <dgm:cxn modelId="{D827DB79-F413-4B17-8106-045E545DF57B}" type="presParOf" srcId="{E1A0D89A-21DE-4F5E-9755-9787C37B41BD}" destId="{93FDFF0A-45F4-4EAE-820C-F9CAA677D88B}" srcOrd="0" destOrd="0" presId="urn:microsoft.com/office/officeart/2008/layout/NameandTitleOrganizationalChart"/>
    <dgm:cxn modelId="{FF8DF40A-3596-4C77-811F-3A6EF28D35E5}" type="presParOf" srcId="{E1A0D89A-21DE-4F5E-9755-9787C37B41BD}" destId="{FE1478F5-9E4F-474A-8E95-99692C0DC769}" srcOrd="1" destOrd="0" presId="urn:microsoft.com/office/officeart/2008/layout/NameandTitleOrganizationalChart"/>
    <dgm:cxn modelId="{B3F38627-0756-4797-92C4-413222851F7C}" type="presParOf" srcId="{E1A0D89A-21DE-4F5E-9755-9787C37B41BD}" destId="{27BF763F-AA1F-460C-BE77-E12B1D1259E3}" srcOrd="2" destOrd="0" presId="urn:microsoft.com/office/officeart/2008/layout/NameandTitleOrganizationalChart"/>
    <dgm:cxn modelId="{A07E7F04-AE80-4200-95F0-175666A6A0D2}" type="presParOf" srcId="{F6635934-2E10-4DFC-9F08-905C1CD48E76}" destId="{9969F9EA-D11D-4AA3-A041-C2F3ADDAA140}" srcOrd="1" destOrd="0" presId="urn:microsoft.com/office/officeart/2008/layout/NameandTitleOrganizationalChart"/>
    <dgm:cxn modelId="{7FC5BFBB-77FA-4403-924C-25B180857BA0}" type="presParOf" srcId="{9969F9EA-D11D-4AA3-A041-C2F3ADDAA140}" destId="{8CE608E8-0382-4937-BE17-ECC0A6F91DA2}" srcOrd="0" destOrd="0" presId="urn:microsoft.com/office/officeart/2008/layout/NameandTitleOrganizationalChart"/>
    <dgm:cxn modelId="{5296ADA1-6895-4577-A97C-64CBB5405A6C}" type="presParOf" srcId="{9969F9EA-D11D-4AA3-A041-C2F3ADDAA140}" destId="{65F7E0BB-EF92-4CD8-8F63-A3C6E8063A3A}" srcOrd="1" destOrd="0" presId="urn:microsoft.com/office/officeart/2008/layout/NameandTitleOrganizationalChart"/>
    <dgm:cxn modelId="{256FF7A8-67A3-4969-B2FA-3A3B40BD54BD}" type="presParOf" srcId="{65F7E0BB-EF92-4CD8-8F63-A3C6E8063A3A}" destId="{8A4D5CD5-D86E-436C-8BF5-F3B1A3670BA5}" srcOrd="0" destOrd="0" presId="urn:microsoft.com/office/officeart/2008/layout/NameandTitleOrganizationalChart"/>
    <dgm:cxn modelId="{904F6E6E-CCF7-4731-A20D-0EE60AB7ABF7}" type="presParOf" srcId="{8A4D5CD5-D86E-436C-8BF5-F3B1A3670BA5}" destId="{C8D73631-841B-4213-BBB9-DCD9B160F6B6}" srcOrd="0" destOrd="0" presId="urn:microsoft.com/office/officeart/2008/layout/NameandTitleOrganizationalChart"/>
    <dgm:cxn modelId="{FBBDEABA-5502-4F6F-8EFB-471758C236F3}" type="presParOf" srcId="{8A4D5CD5-D86E-436C-8BF5-F3B1A3670BA5}" destId="{D69B32BA-26BE-485A-AD12-4969C8C34AD3}" srcOrd="1" destOrd="0" presId="urn:microsoft.com/office/officeart/2008/layout/NameandTitleOrganizationalChart"/>
    <dgm:cxn modelId="{B0607DD0-34AD-4A16-A75A-CD8335A2E481}" type="presParOf" srcId="{8A4D5CD5-D86E-436C-8BF5-F3B1A3670BA5}" destId="{845B4A41-DFAE-450F-A520-DD76184BB27A}" srcOrd="2" destOrd="0" presId="urn:microsoft.com/office/officeart/2008/layout/NameandTitleOrganizationalChart"/>
    <dgm:cxn modelId="{9A0E71D2-7EE4-430C-AFC8-B71EF43F70A3}" type="presParOf" srcId="{65F7E0BB-EF92-4CD8-8F63-A3C6E8063A3A}" destId="{0FA3E32D-C77F-4296-808A-7DB6F515F5D2}" srcOrd="1" destOrd="0" presId="urn:microsoft.com/office/officeart/2008/layout/NameandTitleOrganizationalChart"/>
    <dgm:cxn modelId="{0FE8CF00-B605-42F1-B668-09C3AEA4E022}" type="presParOf" srcId="{0FA3E32D-C77F-4296-808A-7DB6F515F5D2}" destId="{38F37F09-89E7-4AA9-83FC-F75CA5A4CACD}" srcOrd="0" destOrd="0" presId="urn:microsoft.com/office/officeart/2008/layout/NameandTitleOrganizationalChart"/>
    <dgm:cxn modelId="{348A3A65-C203-454D-B0AA-680A4707187A}" type="presParOf" srcId="{0FA3E32D-C77F-4296-808A-7DB6F515F5D2}" destId="{38AB68F8-D5E7-4D20-A9BE-745B93259C49}" srcOrd="1" destOrd="0" presId="urn:microsoft.com/office/officeart/2008/layout/NameandTitleOrganizationalChart"/>
    <dgm:cxn modelId="{D4560199-4E25-415E-9B41-4D73E387BC2D}" type="presParOf" srcId="{38AB68F8-D5E7-4D20-A9BE-745B93259C49}" destId="{524511F1-9BF8-4DD0-BC70-CA76B0A56D55}" srcOrd="0" destOrd="0" presId="urn:microsoft.com/office/officeart/2008/layout/NameandTitleOrganizationalChart"/>
    <dgm:cxn modelId="{F6B2A4E4-87A9-4776-ACCF-317AD6749220}" type="presParOf" srcId="{524511F1-9BF8-4DD0-BC70-CA76B0A56D55}" destId="{9F950E22-B48C-4A25-9BAD-F6A7386EAC46}" srcOrd="0" destOrd="0" presId="urn:microsoft.com/office/officeart/2008/layout/NameandTitleOrganizationalChart"/>
    <dgm:cxn modelId="{70DE3C85-7C1B-4784-97AD-8EBB97ECAB9E}" type="presParOf" srcId="{524511F1-9BF8-4DD0-BC70-CA76B0A56D55}" destId="{0773CE85-DB0A-4BA8-8649-7E2AB634A109}" srcOrd="1" destOrd="0" presId="urn:microsoft.com/office/officeart/2008/layout/NameandTitleOrganizationalChart"/>
    <dgm:cxn modelId="{CD477DE3-F92A-4270-B562-E2458B7E0867}" type="presParOf" srcId="{524511F1-9BF8-4DD0-BC70-CA76B0A56D55}" destId="{8BA1FC9F-259F-4C93-801B-9E06A5F30EF3}" srcOrd="2" destOrd="0" presId="urn:microsoft.com/office/officeart/2008/layout/NameandTitleOrganizationalChart"/>
    <dgm:cxn modelId="{B1266830-DCCB-4D07-97B2-16A5977FCE88}" type="presParOf" srcId="{38AB68F8-D5E7-4D20-A9BE-745B93259C49}" destId="{FA16445C-5337-437B-93DE-18B282A1E983}" srcOrd="1" destOrd="0" presId="urn:microsoft.com/office/officeart/2008/layout/NameandTitleOrganizationalChart"/>
    <dgm:cxn modelId="{0B673C55-C0C5-42AD-A6DD-D08F94CF124B}" type="presParOf" srcId="{FA16445C-5337-437B-93DE-18B282A1E983}" destId="{C289679D-95FC-4B83-B044-D4F8356F350F}" srcOrd="0" destOrd="0" presId="urn:microsoft.com/office/officeart/2008/layout/NameandTitleOrganizationalChart"/>
    <dgm:cxn modelId="{082EEC48-BF1E-405A-A520-4AD53A8C78F1}" type="presParOf" srcId="{FA16445C-5337-437B-93DE-18B282A1E983}" destId="{0D7FA4FA-B49F-474A-807E-7AFF78ECC1D3}" srcOrd="1" destOrd="0" presId="urn:microsoft.com/office/officeart/2008/layout/NameandTitleOrganizationalChart"/>
    <dgm:cxn modelId="{8E9207F5-7946-4D0D-82A3-13DEA5BB3D58}" type="presParOf" srcId="{0D7FA4FA-B49F-474A-807E-7AFF78ECC1D3}" destId="{FD10BA83-4525-44BE-9A06-4476FF5B5E62}" srcOrd="0" destOrd="0" presId="urn:microsoft.com/office/officeart/2008/layout/NameandTitleOrganizationalChart"/>
    <dgm:cxn modelId="{443ADBFF-672B-40EE-9F9F-E003B3917EE3}" type="presParOf" srcId="{FD10BA83-4525-44BE-9A06-4476FF5B5E62}" destId="{1F99EA13-5E33-4328-9538-C9578F47C868}" srcOrd="0" destOrd="0" presId="urn:microsoft.com/office/officeart/2008/layout/NameandTitleOrganizationalChart"/>
    <dgm:cxn modelId="{F2CE9F77-FC0C-4B43-AF06-6916A1DF3410}" type="presParOf" srcId="{FD10BA83-4525-44BE-9A06-4476FF5B5E62}" destId="{D30F2AA1-C648-4341-B60C-759AADC8E0C8}" srcOrd="1" destOrd="0" presId="urn:microsoft.com/office/officeart/2008/layout/NameandTitleOrganizationalChart"/>
    <dgm:cxn modelId="{2633ECFD-7655-4554-AE0F-9EC80F888104}" type="presParOf" srcId="{FD10BA83-4525-44BE-9A06-4476FF5B5E62}" destId="{5BCE3075-582A-467D-85AC-71DEF703E338}" srcOrd="2" destOrd="0" presId="urn:microsoft.com/office/officeart/2008/layout/NameandTitleOrganizationalChart"/>
    <dgm:cxn modelId="{84742A20-675E-4866-B948-81BC52CF6F74}" type="presParOf" srcId="{0D7FA4FA-B49F-474A-807E-7AFF78ECC1D3}" destId="{38A348EB-7302-41C4-96BB-000532ADAF24}" srcOrd="1" destOrd="0" presId="urn:microsoft.com/office/officeart/2008/layout/NameandTitleOrganizationalChart"/>
    <dgm:cxn modelId="{410657E1-FE48-4C18-ADC3-7DDD14E0D76B}" type="presParOf" srcId="{38A348EB-7302-41C4-96BB-000532ADAF24}" destId="{332D0836-5AE7-42D6-8F52-C73F2801BA43}" srcOrd="0" destOrd="0" presId="urn:microsoft.com/office/officeart/2008/layout/NameandTitleOrganizationalChart"/>
    <dgm:cxn modelId="{4D83DA8F-5618-4766-9D52-7DEED1ADA6EB}" type="presParOf" srcId="{38A348EB-7302-41C4-96BB-000532ADAF24}" destId="{4C2E67D3-D313-4E88-B388-D584A0E31DE7}" srcOrd="1" destOrd="0" presId="urn:microsoft.com/office/officeart/2008/layout/NameandTitleOrganizationalChart"/>
    <dgm:cxn modelId="{5461F656-A489-4B31-88D1-A999B788274B}" type="presParOf" srcId="{4C2E67D3-D313-4E88-B388-D584A0E31DE7}" destId="{4D16958C-CBD1-4DC0-BB93-147605914C16}" srcOrd="0" destOrd="0" presId="urn:microsoft.com/office/officeart/2008/layout/NameandTitleOrganizationalChart"/>
    <dgm:cxn modelId="{1E805A14-7B14-4E01-9BEC-E9C21CAD41A5}" type="presParOf" srcId="{4D16958C-CBD1-4DC0-BB93-147605914C16}" destId="{26EA24CE-52A3-48FC-A0A6-C5E5E80ED61A}" srcOrd="0" destOrd="0" presId="urn:microsoft.com/office/officeart/2008/layout/NameandTitleOrganizationalChart"/>
    <dgm:cxn modelId="{2F4E7457-CC71-4591-8CAA-0EB86CE3ECE5}" type="presParOf" srcId="{4D16958C-CBD1-4DC0-BB93-147605914C16}" destId="{E4FE2793-5E43-44D6-BC04-022ACFE8D717}" srcOrd="1" destOrd="0" presId="urn:microsoft.com/office/officeart/2008/layout/NameandTitleOrganizationalChart"/>
    <dgm:cxn modelId="{4AD372C2-B33F-4F82-BB1E-3ED1DB52532E}" type="presParOf" srcId="{4D16958C-CBD1-4DC0-BB93-147605914C16}" destId="{A8B7BA78-32C8-4DCB-8D2F-1741B7B1AB34}" srcOrd="2" destOrd="0" presId="urn:microsoft.com/office/officeart/2008/layout/NameandTitleOrganizationalChart"/>
    <dgm:cxn modelId="{556A439C-55E5-4FDB-893F-443012A3E855}" type="presParOf" srcId="{4C2E67D3-D313-4E88-B388-D584A0E31DE7}" destId="{612BF29B-DCE7-470E-B0B5-B320DF0C76DA}" srcOrd="1" destOrd="0" presId="urn:microsoft.com/office/officeart/2008/layout/NameandTitleOrganizationalChart"/>
    <dgm:cxn modelId="{E609B6D8-CF43-4196-9FD3-8A09C7F436FA}" type="presParOf" srcId="{612BF29B-DCE7-470E-B0B5-B320DF0C76DA}" destId="{C75AAAA4-C4BF-4D08-8708-7F1205E5FDFC}" srcOrd="0" destOrd="0" presId="urn:microsoft.com/office/officeart/2008/layout/NameandTitleOrganizationalChart"/>
    <dgm:cxn modelId="{30F5293F-5B4E-4CC3-BAE7-B4CA04413CF9}" type="presParOf" srcId="{612BF29B-DCE7-470E-B0B5-B320DF0C76DA}" destId="{9421515F-52A7-4926-987C-F7221B65DF49}" srcOrd="1" destOrd="0" presId="urn:microsoft.com/office/officeart/2008/layout/NameandTitleOrganizationalChart"/>
    <dgm:cxn modelId="{78A79B31-F235-4F14-B4CA-A863017A8704}" type="presParOf" srcId="{9421515F-52A7-4926-987C-F7221B65DF49}" destId="{F2E30256-A6C5-445F-8376-F1896168EAF0}" srcOrd="0" destOrd="0" presId="urn:microsoft.com/office/officeart/2008/layout/NameandTitleOrganizationalChart"/>
    <dgm:cxn modelId="{3F5CA8DB-81DD-4554-82CA-D82F16F04F5A}" type="presParOf" srcId="{F2E30256-A6C5-445F-8376-F1896168EAF0}" destId="{A4339018-A907-48CB-B9F6-EE333819ED5D}" srcOrd="0" destOrd="0" presId="urn:microsoft.com/office/officeart/2008/layout/NameandTitleOrganizationalChart"/>
    <dgm:cxn modelId="{7809793C-FB3D-4D0A-9381-0ECAC33E30DB}" type="presParOf" srcId="{F2E30256-A6C5-445F-8376-F1896168EAF0}" destId="{1BBB8A41-4906-44CD-831F-8935E8AFD1D9}" srcOrd="1" destOrd="0" presId="urn:microsoft.com/office/officeart/2008/layout/NameandTitleOrganizationalChart"/>
    <dgm:cxn modelId="{7EDAD8E3-A7DE-4F72-A9C2-C591B8D07B99}" type="presParOf" srcId="{F2E30256-A6C5-445F-8376-F1896168EAF0}" destId="{55A171A3-A9D3-47D8-AFF1-D0A7230FC92F}" srcOrd="2" destOrd="0" presId="urn:microsoft.com/office/officeart/2008/layout/NameandTitleOrganizationalChart"/>
    <dgm:cxn modelId="{0E1E8C6C-D9BE-4F64-B9B2-5200A90D8943}" type="presParOf" srcId="{9421515F-52A7-4926-987C-F7221B65DF49}" destId="{0649B040-7085-487A-A0A2-D8E1E3B1EDD5}" srcOrd="1" destOrd="0" presId="urn:microsoft.com/office/officeart/2008/layout/NameandTitleOrganizationalChart"/>
    <dgm:cxn modelId="{31760FB8-2DFF-4196-B262-C43413DAA872}" type="presParOf" srcId="{9421515F-52A7-4926-987C-F7221B65DF49}" destId="{4F7FDD14-C399-492E-B3FD-F0B8E4EE7418}" srcOrd="2" destOrd="0" presId="urn:microsoft.com/office/officeart/2008/layout/NameandTitleOrganizationalChart"/>
    <dgm:cxn modelId="{DFD40475-986B-4887-A7BE-6899EC1C74DA}" type="presParOf" srcId="{4C2E67D3-D313-4E88-B388-D584A0E31DE7}" destId="{13738625-F8FB-4B7B-BA6F-8767E9991747}" srcOrd="2" destOrd="0" presId="urn:microsoft.com/office/officeart/2008/layout/NameandTitleOrganizationalChart"/>
    <dgm:cxn modelId="{4AE6EEC1-3E98-4D72-9E52-85A15A405351}" type="presParOf" srcId="{38A348EB-7302-41C4-96BB-000532ADAF24}" destId="{C659609E-A0AA-4221-AC90-329B88E7B4F3}" srcOrd="2" destOrd="0" presId="urn:microsoft.com/office/officeart/2008/layout/NameandTitleOrganizationalChart"/>
    <dgm:cxn modelId="{9104A6DF-8703-43B4-A543-B67ADFCF284D}" type="presParOf" srcId="{38A348EB-7302-41C4-96BB-000532ADAF24}" destId="{DF2F2160-602B-4896-88B4-06CEB3D4A437}" srcOrd="3" destOrd="0" presId="urn:microsoft.com/office/officeart/2008/layout/NameandTitleOrganizationalChart"/>
    <dgm:cxn modelId="{C70F41C0-1325-4D11-A359-2815080B21BD}" type="presParOf" srcId="{DF2F2160-602B-4896-88B4-06CEB3D4A437}" destId="{A677B330-F2C8-4675-A06A-DF424B22044C}" srcOrd="0" destOrd="0" presId="urn:microsoft.com/office/officeart/2008/layout/NameandTitleOrganizationalChart"/>
    <dgm:cxn modelId="{E9D70517-6AF2-483B-8675-8798F942297B}" type="presParOf" srcId="{A677B330-F2C8-4675-A06A-DF424B22044C}" destId="{92FE445F-B3B1-4D7B-87F1-0D0C0F3BD69E}" srcOrd="0" destOrd="0" presId="urn:microsoft.com/office/officeart/2008/layout/NameandTitleOrganizationalChart"/>
    <dgm:cxn modelId="{3BDB2664-D587-4D5E-9F5C-F39D484A7258}" type="presParOf" srcId="{A677B330-F2C8-4675-A06A-DF424B22044C}" destId="{BF9912E4-82D3-4909-8B57-9648689BED50}" srcOrd="1" destOrd="0" presId="urn:microsoft.com/office/officeart/2008/layout/NameandTitleOrganizationalChart"/>
    <dgm:cxn modelId="{12AA40EB-C8C2-43E8-841B-A74917F3556D}" type="presParOf" srcId="{A677B330-F2C8-4675-A06A-DF424B22044C}" destId="{F0F67CBB-754F-4E3E-BEA6-71EC7931AF0B}" srcOrd="2" destOrd="0" presId="urn:microsoft.com/office/officeart/2008/layout/NameandTitleOrganizationalChart"/>
    <dgm:cxn modelId="{3D0BAC26-3478-4D14-ACE8-27DD5E6D40DC}" type="presParOf" srcId="{DF2F2160-602B-4896-88B4-06CEB3D4A437}" destId="{F06A8515-D254-49AA-9C48-36C99ACF9905}" srcOrd="1" destOrd="0" presId="urn:microsoft.com/office/officeart/2008/layout/NameandTitleOrganizationalChart"/>
    <dgm:cxn modelId="{76D226DA-8C93-4DF7-8796-5DAA5D7AB5E0}" type="presParOf" srcId="{F06A8515-D254-49AA-9C48-36C99ACF9905}" destId="{1C3D981D-5183-4340-B24F-4F72A38FF452}" srcOrd="0" destOrd="0" presId="urn:microsoft.com/office/officeart/2008/layout/NameandTitleOrganizationalChart"/>
    <dgm:cxn modelId="{9D4545F5-E499-45A5-8C7F-FC16F4C87090}" type="presParOf" srcId="{F06A8515-D254-49AA-9C48-36C99ACF9905}" destId="{71BBA694-9784-412D-975B-1BF33389074D}" srcOrd="1" destOrd="0" presId="urn:microsoft.com/office/officeart/2008/layout/NameandTitleOrganizationalChart"/>
    <dgm:cxn modelId="{AD58933B-14F6-4E04-80B2-4210DDE34FFF}" type="presParOf" srcId="{71BBA694-9784-412D-975B-1BF33389074D}" destId="{331E3540-8D2B-438D-9060-6631BE02B32A}" srcOrd="0" destOrd="0" presId="urn:microsoft.com/office/officeart/2008/layout/NameandTitleOrganizationalChart"/>
    <dgm:cxn modelId="{746A1635-A7CB-4845-B37E-9FEC55EBCD2C}" type="presParOf" srcId="{331E3540-8D2B-438D-9060-6631BE02B32A}" destId="{D9F03EEA-D7C4-4AAF-91EB-7A982DD4F597}" srcOrd="0" destOrd="0" presId="urn:microsoft.com/office/officeart/2008/layout/NameandTitleOrganizationalChart"/>
    <dgm:cxn modelId="{45719B37-B337-4AE6-8203-F538C8E63675}" type="presParOf" srcId="{331E3540-8D2B-438D-9060-6631BE02B32A}" destId="{EEDB27C3-31BB-4278-9923-4BC20B4E5534}" srcOrd="1" destOrd="0" presId="urn:microsoft.com/office/officeart/2008/layout/NameandTitleOrganizationalChart"/>
    <dgm:cxn modelId="{91503A9F-25EF-4504-87CC-27E0FDBAF620}" type="presParOf" srcId="{331E3540-8D2B-438D-9060-6631BE02B32A}" destId="{01197BDE-314A-4942-A29C-EC5AF12A3655}" srcOrd="2" destOrd="0" presId="urn:microsoft.com/office/officeart/2008/layout/NameandTitleOrganizationalChart"/>
    <dgm:cxn modelId="{3392AE41-0C50-45EC-B09E-9F1E35863087}" type="presParOf" srcId="{71BBA694-9784-412D-975B-1BF33389074D}" destId="{D2C14710-352C-4A78-BBDC-2A8B594E9735}" srcOrd="1" destOrd="0" presId="urn:microsoft.com/office/officeart/2008/layout/NameandTitleOrganizationalChart"/>
    <dgm:cxn modelId="{D07D368F-9C7E-480A-B791-198D0B0ACB8F}" type="presParOf" srcId="{71BBA694-9784-412D-975B-1BF33389074D}" destId="{67FE23A6-E3EA-46BC-A9FD-C23666F5060D}" srcOrd="2" destOrd="0" presId="urn:microsoft.com/office/officeart/2008/layout/NameandTitleOrganizationalChart"/>
    <dgm:cxn modelId="{D238A5DF-363A-4A36-9FE1-2E4212F3601B}" type="presParOf" srcId="{DF2F2160-602B-4896-88B4-06CEB3D4A437}" destId="{2F86CE4D-DAC7-4605-AF86-620FF694BB5D}" srcOrd="2" destOrd="0" presId="urn:microsoft.com/office/officeart/2008/layout/NameandTitleOrganizationalChart"/>
    <dgm:cxn modelId="{02951295-6D9C-4C34-A57A-83A2265B8E91}" type="presParOf" srcId="{38A348EB-7302-41C4-96BB-000532ADAF24}" destId="{DDB5BC3C-B378-4849-9C75-257AEB71FE00}" srcOrd="4" destOrd="0" presId="urn:microsoft.com/office/officeart/2008/layout/NameandTitleOrganizationalChart"/>
    <dgm:cxn modelId="{8F91FE20-3CFE-4BCA-9D45-679D3F387499}" type="presParOf" srcId="{38A348EB-7302-41C4-96BB-000532ADAF24}" destId="{29114588-1127-470C-A1E3-76F8BEF1ED8C}" srcOrd="5" destOrd="0" presId="urn:microsoft.com/office/officeart/2008/layout/NameandTitleOrganizationalChart"/>
    <dgm:cxn modelId="{F42B4970-510A-4AB8-BDAB-3D3D1607846B}" type="presParOf" srcId="{29114588-1127-470C-A1E3-76F8BEF1ED8C}" destId="{56BAB33F-729B-444B-9E47-1791E4005AB1}" srcOrd="0" destOrd="0" presId="urn:microsoft.com/office/officeart/2008/layout/NameandTitleOrganizationalChart"/>
    <dgm:cxn modelId="{BBD1B3B1-3B27-4240-AE39-6E941F50827D}" type="presParOf" srcId="{56BAB33F-729B-444B-9E47-1791E4005AB1}" destId="{1873D627-9D74-466F-9301-27844A305CE7}" srcOrd="0" destOrd="0" presId="urn:microsoft.com/office/officeart/2008/layout/NameandTitleOrganizationalChart"/>
    <dgm:cxn modelId="{52616637-EE1A-4F28-924F-84A465777B12}" type="presParOf" srcId="{56BAB33F-729B-444B-9E47-1791E4005AB1}" destId="{58EBC929-1AEB-4FCC-B47D-554C1563D611}" srcOrd="1" destOrd="0" presId="urn:microsoft.com/office/officeart/2008/layout/NameandTitleOrganizationalChart"/>
    <dgm:cxn modelId="{0FA4F40E-1F6D-4809-AA40-C0C84A966BF7}" type="presParOf" srcId="{56BAB33F-729B-444B-9E47-1791E4005AB1}" destId="{17AE3AF9-55E0-4797-9D20-BAC2A181C082}" srcOrd="2" destOrd="0" presId="urn:microsoft.com/office/officeart/2008/layout/NameandTitleOrganizationalChart"/>
    <dgm:cxn modelId="{CFA340DC-9C78-436A-8E88-8DB06BB7C6BC}" type="presParOf" srcId="{29114588-1127-470C-A1E3-76F8BEF1ED8C}" destId="{935C5817-6085-4BC6-ADA4-18331C15A9C6}" srcOrd="1" destOrd="0" presId="urn:microsoft.com/office/officeart/2008/layout/NameandTitleOrganizationalChart"/>
    <dgm:cxn modelId="{5E3B89CF-BF05-4E96-AF4D-2762CEBEF045}" type="presParOf" srcId="{935C5817-6085-4BC6-ADA4-18331C15A9C6}" destId="{49F90E9D-28DB-4126-AA39-69477347A958}" srcOrd="0" destOrd="0" presId="urn:microsoft.com/office/officeart/2008/layout/NameandTitleOrganizationalChart"/>
    <dgm:cxn modelId="{265F327C-7AE4-4773-B378-EA52E39C8620}" type="presParOf" srcId="{935C5817-6085-4BC6-ADA4-18331C15A9C6}" destId="{FA73A5B4-611B-469F-B0B9-115621EC4963}" srcOrd="1" destOrd="0" presId="urn:microsoft.com/office/officeart/2008/layout/NameandTitleOrganizationalChart"/>
    <dgm:cxn modelId="{29C9519A-8AD2-4A7F-BDC0-07E554887B84}" type="presParOf" srcId="{FA73A5B4-611B-469F-B0B9-115621EC4963}" destId="{06417A92-2939-4941-907B-AD0F3E6CB92A}" srcOrd="0" destOrd="0" presId="urn:microsoft.com/office/officeart/2008/layout/NameandTitleOrganizationalChart"/>
    <dgm:cxn modelId="{E0F0351F-BDA9-4E91-8EFD-C49ECB09A905}" type="presParOf" srcId="{06417A92-2939-4941-907B-AD0F3E6CB92A}" destId="{41898485-27BA-41F0-80E4-823F7C088452}" srcOrd="0" destOrd="0" presId="urn:microsoft.com/office/officeart/2008/layout/NameandTitleOrganizationalChart"/>
    <dgm:cxn modelId="{4517AC6D-B465-4B7B-8AF2-3121EE010E84}" type="presParOf" srcId="{06417A92-2939-4941-907B-AD0F3E6CB92A}" destId="{0881ADDF-C65B-43AE-85C9-AB1B701B1DF1}" srcOrd="1" destOrd="0" presId="urn:microsoft.com/office/officeart/2008/layout/NameandTitleOrganizationalChart"/>
    <dgm:cxn modelId="{36A71334-6AA5-4E47-B60B-00A577C2321D}" type="presParOf" srcId="{06417A92-2939-4941-907B-AD0F3E6CB92A}" destId="{4523B0FB-90E0-448F-AB26-419D5DAA0CBD}" srcOrd="2" destOrd="0" presId="urn:microsoft.com/office/officeart/2008/layout/NameandTitleOrganizationalChart"/>
    <dgm:cxn modelId="{0E592213-D096-4392-B984-3EB0FAB1E9EA}" type="presParOf" srcId="{FA73A5B4-611B-469F-B0B9-115621EC4963}" destId="{1318CC18-CB0D-4709-BDCC-4E2FBAD61B4D}" srcOrd="1" destOrd="0" presId="urn:microsoft.com/office/officeart/2008/layout/NameandTitleOrganizationalChart"/>
    <dgm:cxn modelId="{C00EA712-1CEF-4102-9F52-9C6303A50741}" type="presParOf" srcId="{FA73A5B4-611B-469F-B0B9-115621EC4963}" destId="{CBBECBDB-9D2E-4CF7-A064-72CC48D7F931}" srcOrd="2" destOrd="0" presId="urn:microsoft.com/office/officeart/2008/layout/NameandTitleOrganizationalChart"/>
    <dgm:cxn modelId="{CFC85343-36C9-402A-AF90-92F6C26E8386}" type="presParOf" srcId="{29114588-1127-470C-A1E3-76F8BEF1ED8C}" destId="{B7C37C37-2C19-4EF2-9F60-5C9F4FFC1296}" srcOrd="2" destOrd="0" presId="urn:microsoft.com/office/officeart/2008/layout/NameandTitleOrganizationalChart"/>
    <dgm:cxn modelId="{221A35BC-899E-40AC-A6BA-C521F3AFF478}" type="presParOf" srcId="{38A348EB-7302-41C4-96BB-000532ADAF24}" destId="{23F6BE7D-0C06-4114-BC85-8D8FA83E518D}" srcOrd="6" destOrd="0" presId="urn:microsoft.com/office/officeart/2008/layout/NameandTitleOrganizationalChart"/>
    <dgm:cxn modelId="{A65DF05C-A423-4894-A573-0805AA3731FA}" type="presParOf" srcId="{38A348EB-7302-41C4-96BB-000532ADAF24}" destId="{2D3EA847-36B3-4F27-84B2-0C74E03991C0}" srcOrd="7" destOrd="0" presId="urn:microsoft.com/office/officeart/2008/layout/NameandTitleOrganizationalChart"/>
    <dgm:cxn modelId="{54F071C1-CE6E-4D0F-A3E0-F9951AEFAD7F}" type="presParOf" srcId="{2D3EA847-36B3-4F27-84B2-0C74E03991C0}" destId="{9492D512-D904-43F5-B00D-6037FA99DF4A}" srcOrd="0" destOrd="0" presId="urn:microsoft.com/office/officeart/2008/layout/NameandTitleOrganizationalChart"/>
    <dgm:cxn modelId="{DAE82D29-D145-47B2-817C-7DA110180049}" type="presParOf" srcId="{9492D512-D904-43F5-B00D-6037FA99DF4A}" destId="{28F22CE4-A3D4-4B92-948F-953144057E9A}" srcOrd="0" destOrd="0" presId="urn:microsoft.com/office/officeart/2008/layout/NameandTitleOrganizationalChart"/>
    <dgm:cxn modelId="{7429C1D7-CB46-4465-9890-37312C909ECD}" type="presParOf" srcId="{9492D512-D904-43F5-B00D-6037FA99DF4A}" destId="{7DD0C13D-07C2-4D41-B42F-E5CEEC7182E1}" srcOrd="1" destOrd="0" presId="urn:microsoft.com/office/officeart/2008/layout/NameandTitleOrganizationalChart"/>
    <dgm:cxn modelId="{23D838A3-2CA2-4693-A7DB-CC03E5E94277}" type="presParOf" srcId="{9492D512-D904-43F5-B00D-6037FA99DF4A}" destId="{39456503-83D1-4B72-869F-CCE9DC2767DE}" srcOrd="2" destOrd="0" presId="urn:microsoft.com/office/officeart/2008/layout/NameandTitleOrganizationalChart"/>
    <dgm:cxn modelId="{CB2F9CCE-6A25-480A-8117-F1AC9CC9B099}" type="presParOf" srcId="{2D3EA847-36B3-4F27-84B2-0C74E03991C0}" destId="{E785E35B-780D-4EE7-ADB5-8CD14A9C55C1}" srcOrd="1" destOrd="0" presId="urn:microsoft.com/office/officeart/2008/layout/NameandTitleOrganizationalChart"/>
    <dgm:cxn modelId="{9790EEE7-D9BD-4B29-AEAF-52CEC6712FB9}" type="presParOf" srcId="{E785E35B-780D-4EE7-ADB5-8CD14A9C55C1}" destId="{914D124F-B68C-494D-BA00-BCA7E9FAFCC0}" srcOrd="0" destOrd="0" presId="urn:microsoft.com/office/officeart/2008/layout/NameandTitleOrganizationalChart"/>
    <dgm:cxn modelId="{FFAE6150-07A0-4ABE-AE49-EAC4D4343DED}" type="presParOf" srcId="{E785E35B-780D-4EE7-ADB5-8CD14A9C55C1}" destId="{46C64158-4D13-4900-8CC2-B72AFD1774D5}" srcOrd="1" destOrd="0" presId="urn:microsoft.com/office/officeart/2008/layout/NameandTitleOrganizationalChart"/>
    <dgm:cxn modelId="{5541CE86-6B2F-4C55-B478-CD07E9125478}" type="presParOf" srcId="{46C64158-4D13-4900-8CC2-B72AFD1774D5}" destId="{362AD7BE-6B9A-45FB-873E-F0C67BF15AB3}" srcOrd="0" destOrd="0" presId="urn:microsoft.com/office/officeart/2008/layout/NameandTitleOrganizationalChart"/>
    <dgm:cxn modelId="{2397D5C7-3BD9-4AC6-AC4A-E2D556250D43}" type="presParOf" srcId="{362AD7BE-6B9A-45FB-873E-F0C67BF15AB3}" destId="{B7343944-6A81-4980-990E-813C03DEFD02}" srcOrd="0" destOrd="0" presId="urn:microsoft.com/office/officeart/2008/layout/NameandTitleOrganizationalChart"/>
    <dgm:cxn modelId="{6C6B033F-D510-40AC-A39E-43C2131F0914}" type="presParOf" srcId="{362AD7BE-6B9A-45FB-873E-F0C67BF15AB3}" destId="{5FBB6C56-43E7-470A-9862-7E05B1687F55}" srcOrd="1" destOrd="0" presId="urn:microsoft.com/office/officeart/2008/layout/NameandTitleOrganizationalChart"/>
    <dgm:cxn modelId="{F17BF98D-FB80-40FC-97F4-7A2F25114BC4}" type="presParOf" srcId="{362AD7BE-6B9A-45FB-873E-F0C67BF15AB3}" destId="{8EF22D60-45D4-4090-A043-9046CE3E675D}" srcOrd="2" destOrd="0" presId="urn:microsoft.com/office/officeart/2008/layout/NameandTitleOrganizationalChart"/>
    <dgm:cxn modelId="{04FCCAA9-1E56-498B-A217-6A4472A84D7D}" type="presParOf" srcId="{46C64158-4D13-4900-8CC2-B72AFD1774D5}" destId="{6055E5B8-A18B-480D-BA11-3C53969062E3}" srcOrd="1" destOrd="0" presId="urn:microsoft.com/office/officeart/2008/layout/NameandTitleOrganizationalChart"/>
    <dgm:cxn modelId="{DB44A324-DF4A-4978-8B4C-3042C487C4CB}" type="presParOf" srcId="{46C64158-4D13-4900-8CC2-B72AFD1774D5}" destId="{DC55D7E0-9139-44F3-9D99-8A1A375C6E56}" srcOrd="2" destOrd="0" presId="urn:microsoft.com/office/officeart/2008/layout/NameandTitleOrganizationalChart"/>
    <dgm:cxn modelId="{2261E2D3-4E44-4C19-AF7F-546961407BBE}" type="presParOf" srcId="{2D3EA847-36B3-4F27-84B2-0C74E03991C0}" destId="{63D28493-81EE-4A0E-88F8-EA3D320A0D10}" srcOrd="2" destOrd="0" presId="urn:microsoft.com/office/officeart/2008/layout/NameandTitleOrganizationalChart"/>
    <dgm:cxn modelId="{B6822CEB-FAD0-4A58-9E1C-4AE8A07ED395}" type="presParOf" srcId="{0D7FA4FA-B49F-474A-807E-7AFF78ECC1D3}" destId="{E88D4889-73A5-4EBC-A233-27DC1C40189D}" srcOrd="2" destOrd="0" presId="urn:microsoft.com/office/officeart/2008/layout/NameandTitleOrganizationalChart"/>
    <dgm:cxn modelId="{5FE6A50C-26E3-4BA0-8307-02E123BA3479}" type="presParOf" srcId="{FA16445C-5337-437B-93DE-18B282A1E983}" destId="{7CB85329-E79B-4F3F-8D0B-84FEB91B00C5}" srcOrd="2" destOrd="0" presId="urn:microsoft.com/office/officeart/2008/layout/NameandTitleOrganizationalChart"/>
    <dgm:cxn modelId="{D6BE1EE2-B6E8-4E79-8A6A-8E2004ADAE00}" type="presParOf" srcId="{FA16445C-5337-437B-93DE-18B282A1E983}" destId="{76F66355-2310-4112-B24A-C99382A5D05F}" srcOrd="3" destOrd="0" presId="urn:microsoft.com/office/officeart/2008/layout/NameandTitleOrganizationalChart"/>
    <dgm:cxn modelId="{B41DC2C4-F1C1-4B92-87BF-E79162DF453C}" type="presParOf" srcId="{76F66355-2310-4112-B24A-C99382A5D05F}" destId="{2B76B54A-A682-4E27-81AB-91817184106E}" srcOrd="0" destOrd="0" presId="urn:microsoft.com/office/officeart/2008/layout/NameandTitleOrganizationalChart"/>
    <dgm:cxn modelId="{EE2204FC-8881-4AF2-8B39-C9D0CCD233F5}" type="presParOf" srcId="{2B76B54A-A682-4E27-81AB-91817184106E}" destId="{43AA0D8C-E3C0-427B-B079-BF96FE560576}" srcOrd="0" destOrd="0" presId="urn:microsoft.com/office/officeart/2008/layout/NameandTitleOrganizationalChart"/>
    <dgm:cxn modelId="{16DEFC88-3E9E-4832-AABA-12D41F8A8331}" type="presParOf" srcId="{2B76B54A-A682-4E27-81AB-91817184106E}" destId="{E911A86C-6D52-41B3-A2D4-CDEBF9F3E941}" srcOrd="1" destOrd="0" presId="urn:microsoft.com/office/officeart/2008/layout/NameandTitleOrganizationalChart"/>
    <dgm:cxn modelId="{023A73BF-0BD9-46E5-B47E-3AA842DF17B7}" type="presParOf" srcId="{2B76B54A-A682-4E27-81AB-91817184106E}" destId="{8EE0DFA3-798A-413F-8F0C-9A9CCE5CE293}" srcOrd="2" destOrd="0" presId="urn:microsoft.com/office/officeart/2008/layout/NameandTitleOrganizationalChart"/>
    <dgm:cxn modelId="{AB64A411-E9D3-4F34-B9C3-005587EC09BF}" type="presParOf" srcId="{76F66355-2310-4112-B24A-C99382A5D05F}" destId="{8D3E6AC0-5C05-4C3F-91DC-3829D97D1DBE}" srcOrd="1" destOrd="0" presId="urn:microsoft.com/office/officeart/2008/layout/NameandTitleOrganizationalChart"/>
    <dgm:cxn modelId="{3B11E1E1-D9C6-4AE7-94DE-A1EE67706CD0}" type="presParOf" srcId="{76F66355-2310-4112-B24A-C99382A5D05F}" destId="{1782098C-0D37-4153-A8C7-CF7B9EA490C0}" srcOrd="2" destOrd="0" presId="urn:microsoft.com/office/officeart/2008/layout/NameandTitleOrganizationalChart"/>
    <dgm:cxn modelId="{E40C81FE-7AD6-47CC-9FA3-ADA434570124}" type="presParOf" srcId="{FA16445C-5337-437B-93DE-18B282A1E983}" destId="{67D9BB22-23D3-4F9E-A4AE-8A37733445E8}" srcOrd="4" destOrd="0" presId="urn:microsoft.com/office/officeart/2008/layout/NameandTitleOrganizationalChart"/>
    <dgm:cxn modelId="{44DA0BDA-3F57-48B4-A4A9-CEF93E9EA94A}" type="presParOf" srcId="{FA16445C-5337-437B-93DE-18B282A1E983}" destId="{0F840ABA-5C99-4730-B3C1-5CFE73378C43}" srcOrd="5" destOrd="0" presId="urn:microsoft.com/office/officeart/2008/layout/NameandTitleOrganizationalChart"/>
    <dgm:cxn modelId="{F0A4B6BD-B222-4498-8382-3DCF33A26185}" type="presParOf" srcId="{0F840ABA-5C99-4730-B3C1-5CFE73378C43}" destId="{8AE04F2F-BC64-4425-8892-DF4593B253C8}" srcOrd="0" destOrd="0" presId="urn:microsoft.com/office/officeart/2008/layout/NameandTitleOrganizationalChart"/>
    <dgm:cxn modelId="{412131EA-A8FA-4003-9881-C109AEDB65CC}" type="presParOf" srcId="{8AE04F2F-BC64-4425-8892-DF4593B253C8}" destId="{F2B8371B-8368-469C-BEEC-A4F77F961886}" srcOrd="0" destOrd="0" presId="urn:microsoft.com/office/officeart/2008/layout/NameandTitleOrganizationalChart"/>
    <dgm:cxn modelId="{FBE9C772-2528-4AE7-91AD-30BE853A830E}" type="presParOf" srcId="{8AE04F2F-BC64-4425-8892-DF4593B253C8}" destId="{528071B9-D4EB-437F-AB06-47C659711DAC}" srcOrd="1" destOrd="0" presId="urn:microsoft.com/office/officeart/2008/layout/NameandTitleOrganizationalChart"/>
    <dgm:cxn modelId="{31BA6996-149E-481D-B9B9-5833B3595195}" type="presParOf" srcId="{8AE04F2F-BC64-4425-8892-DF4593B253C8}" destId="{71ADC556-0545-4FC8-B030-5BD8BEC8EE25}" srcOrd="2" destOrd="0" presId="urn:microsoft.com/office/officeart/2008/layout/NameandTitleOrganizationalChart"/>
    <dgm:cxn modelId="{44B8FE55-C218-453C-A7EF-4498F4AB4103}" type="presParOf" srcId="{0F840ABA-5C99-4730-B3C1-5CFE73378C43}" destId="{62555666-DA63-4422-8C2E-E733B620E8EE}" srcOrd="1" destOrd="0" presId="urn:microsoft.com/office/officeart/2008/layout/NameandTitleOrganizationalChart"/>
    <dgm:cxn modelId="{A2BAB463-6B3C-41DF-8C7C-EF8A69A3D336}" type="presParOf" srcId="{0F840ABA-5C99-4730-B3C1-5CFE73378C43}" destId="{5A658C25-3CD1-4AB6-A47E-96B578B41633}" srcOrd="2" destOrd="0" presId="urn:microsoft.com/office/officeart/2008/layout/NameandTitleOrganizationalChart"/>
    <dgm:cxn modelId="{4C156E69-604E-4300-82CF-5186FBC61541}" type="presParOf" srcId="{38AB68F8-D5E7-4D20-A9BE-745B93259C49}" destId="{B34FB33C-5803-41EB-8889-F34F598761CD}" srcOrd="2" destOrd="0" presId="urn:microsoft.com/office/officeart/2008/layout/NameandTitleOrganizationalChart"/>
    <dgm:cxn modelId="{589DEF85-E285-4778-A9EE-74B2B2ECF70B}" type="presParOf" srcId="{65F7E0BB-EF92-4CD8-8F63-A3C6E8063A3A}" destId="{76565745-BF77-40C0-B555-5ACC7CE29375}" srcOrd="2" destOrd="0" presId="urn:microsoft.com/office/officeart/2008/layout/NameandTitleOrganizationalChart"/>
    <dgm:cxn modelId="{340867A5-207A-4F71-9369-AB6E8CE64A75}" type="presParOf" srcId="{9969F9EA-D11D-4AA3-A041-C2F3ADDAA140}" destId="{D5393456-0F59-4B7A-9FA0-928ECD9C11BA}" srcOrd="2" destOrd="0" presId="urn:microsoft.com/office/officeart/2008/layout/NameandTitleOrganizationalChart"/>
    <dgm:cxn modelId="{919CCD03-C7EA-4A55-AF8A-1610AE64C6D4}" type="presParOf" srcId="{9969F9EA-D11D-4AA3-A041-C2F3ADDAA140}" destId="{675AEFD5-2A5B-4E7C-A80A-6850282F56D2}" srcOrd="3" destOrd="0" presId="urn:microsoft.com/office/officeart/2008/layout/NameandTitleOrganizationalChart"/>
    <dgm:cxn modelId="{A53EFE07-D349-4713-83CF-4D8309DF9951}" type="presParOf" srcId="{675AEFD5-2A5B-4E7C-A80A-6850282F56D2}" destId="{9D571768-BE43-4DFA-9904-BE56A314363C}" srcOrd="0" destOrd="0" presId="urn:microsoft.com/office/officeart/2008/layout/NameandTitleOrganizationalChart"/>
    <dgm:cxn modelId="{889575C0-4BBE-405E-97A0-1D2EA07ABAB3}" type="presParOf" srcId="{9D571768-BE43-4DFA-9904-BE56A314363C}" destId="{12E1F087-8D27-4372-BDE0-0ACAF0AE1B3B}" srcOrd="0" destOrd="0" presId="urn:microsoft.com/office/officeart/2008/layout/NameandTitleOrganizationalChart"/>
    <dgm:cxn modelId="{695A2E18-EC10-4E29-8B83-1AEB656B5F2C}" type="presParOf" srcId="{9D571768-BE43-4DFA-9904-BE56A314363C}" destId="{F1BA1082-0B27-4685-9A7D-9F998FD8777B}" srcOrd="1" destOrd="0" presId="urn:microsoft.com/office/officeart/2008/layout/NameandTitleOrganizationalChart"/>
    <dgm:cxn modelId="{FF922743-42A2-4E10-BFDC-8A4A00DB3C0F}" type="presParOf" srcId="{9D571768-BE43-4DFA-9904-BE56A314363C}" destId="{6E34CDB3-A5E3-4EEC-9846-4C84FF704D33}" srcOrd="2" destOrd="0" presId="urn:microsoft.com/office/officeart/2008/layout/NameandTitleOrganizationalChart"/>
    <dgm:cxn modelId="{7B274649-74AA-4166-AD74-75C1A3283520}" type="presParOf" srcId="{675AEFD5-2A5B-4E7C-A80A-6850282F56D2}" destId="{736E5393-D2BE-473B-B753-130F8F5E2CE6}" srcOrd="1" destOrd="0" presId="urn:microsoft.com/office/officeart/2008/layout/NameandTitleOrganizationalChart"/>
    <dgm:cxn modelId="{9CAF6BDC-B1AE-4E43-B58F-F8053FBB1C6F}" type="presParOf" srcId="{736E5393-D2BE-473B-B753-130F8F5E2CE6}" destId="{E0AE7B88-D990-494A-92CE-C9C553273F5B}" srcOrd="0" destOrd="0" presId="urn:microsoft.com/office/officeart/2008/layout/NameandTitleOrganizationalChart"/>
    <dgm:cxn modelId="{DCC66BBB-D585-462A-8F1A-560572F30E62}" type="presParOf" srcId="{736E5393-D2BE-473B-B753-130F8F5E2CE6}" destId="{DCCC3CF7-F126-42CF-9730-6A8172D465E9}" srcOrd="1" destOrd="0" presId="urn:microsoft.com/office/officeart/2008/layout/NameandTitleOrganizationalChart"/>
    <dgm:cxn modelId="{374CBF81-1FB0-4279-A059-99B8CB6B23FC}" type="presParOf" srcId="{DCCC3CF7-F126-42CF-9730-6A8172D465E9}" destId="{86F1A967-3E88-4B85-B6F7-BEA6AADDAD7F}" srcOrd="0" destOrd="0" presId="urn:microsoft.com/office/officeart/2008/layout/NameandTitleOrganizationalChart"/>
    <dgm:cxn modelId="{5C494351-AA18-49A4-81AC-38428B28B927}" type="presParOf" srcId="{86F1A967-3E88-4B85-B6F7-BEA6AADDAD7F}" destId="{E4BF637A-3AD1-4BAE-A32B-3787741C5AD3}" srcOrd="0" destOrd="0" presId="urn:microsoft.com/office/officeart/2008/layout/NameandTitleOrganizationalChart"/>
    <dgm:cxn modelId="{3E2C7A5A-F4BB-4546-BFF0-2F424122D211}" type="presParOf" srcId="{86F1A967-3E88-4B85-B6F7-BEA6AADDAD7F}" destId="{21089F5E-BB92-4F79-87E6-62FF17A10F5F}" srcOrd="1" destOrd="0" presId="urn:microsoft.com/office/officeart/2008/layout/NameandTitleOrganizationalChart"/>
    <dgm:cxn modelId="{58C8AF5F-2553-457D-99FF-96E0536D533A}" type="presParOf" srcId="{86F1A967-3E88-4B85-B6F7-BEA6AADDAD7F}" destId="{70146D2A-3ADF-4669-B4E8-8B85ACA8C6C5}" srcOrd="2" destOrd="0" presId="urn:microsoft.com/office/officeart/2008/layout/NameandTitleOrganizationalChart"/>
    <dgm:cxn modelId="{B02E01BC-9DBF-431D-9B82-A93CBDFC585B}" type="presParOf" srcId="{DCCC3CF7-F126-42CF-9730-6A8172D465E9}" destId="{3FB6C3EC-90EB-478B-988B-92CFBC153F89}" srcOrd="1" destOrd="0" presId="urn:microsoft.com/office/officeart/2008/layout/NameandTitleOrganizationalChart"/>
    <dgm:cxn modelId="{36B7BE15-2862-4E43-881B-D28D50C373E9}" type="presParOf" srcId="{DCCC3CF7-F126-42CF-9730-6A8172D465E9}" destId="{51F5749A-1F68-4030-A8B7-12F1878DCF04}" srcOrd="2" destOrd="0" presId="urn:microsoft.com/office/officeart/2008/layout/NameandTitleOrganizationalChart"/>
    <dgm:cxn modelId="{0AB12FD9-EC14-4495-94A2-3A868AFACB7C}" type="presParOf" srcId="{675AEFD5-2A5B-4E7C-A80A-6850282F56D2}" destId="{4D911B79-D217-4492-AA45-8331FA3A5CFA}" srcOrd="2" destOrd="0" presId="urn:microsoft.com/office/officeart/2008/layout/NameandTitleOrganizationalChart"/>
    <dgm:cxn modelId="{468521E0-AD79-45D8-8A76-E06C83DF2BB4}" type="presParOf" srcId="{F6635934-2E10-4DFC-9F08-905C1CD48E76}" destId="{E9B59E65-8FE4-4F58-A645-8C54F93262ED}" srcOrd="2" destOrd="0" presId="urn:microsoft.com/office/officeart/2008/layout/NameandTitleOrganizationalChar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871A7A-84AD-4A57-BCC3-B32AD2D8AD7F}" type="doc">
      <dgm:prSet loTypeId="urn:microsoft.com/office/officeart/2008/layout/HorizontalMultiLevelHierarchy" loCatId="hierarchy" qsTypeId="urn:microsoft.com/office/officeart/2005/8/quickstyle/simple1#4" qsCatId="simple" csTypeId="urn:microsoft.com/office/officeart/2005/8/colors/colorful3" csCatId="colorful" phldr="1"/>
      <dgm:spPr/>
      <dgm:t>
        <a:bodyPr/>
        <a:lstStyle/>
        <a:p>
          <a:endParaRPr lang="zh-TW" altLang="en-US"/>
        </a:p>
      </dgm:t>
    </dgm:pt>
    <dgm:pt modelId="{8EF9CBE2-0DC1-49F7-BBD9-38758ABA6B2D}">
      <dgm:prSet phldrT="[文字]"/>
      <dgm:spPr/>
      <dgm:t>
        <a:bodyPr vert="vert"/>
        <a:lstStyle/>
        <a:p>
          <a:r>
            <a:rPr lang="zh-TW" altLang="en-US" dirty="0"/>
            <a:t>致詞</a:t>
          </a:r>
          <a:r>
            <a:rPr lang="en-US" altLang="zh-TW" dirty="0"/>
            <a:t>(</a:t>
          </a:r>
          <a:r>
            <a:rPr lang="zh-TW" altLang="en-US" dirty="0"/>
            <a:t>主席、來賓</a:t>
          </a:r>
          <a:r>
            <a:rPr lang="en-US" altLang="zh-TW" dirty="0"/>
            <a:t>)</a:t>
          </a:r>
          <a:endParaRPr lang="zh-TW" altLang="en-US" dirty="0"/>
        </a:p>
      </dgm:t>
    </dgm:pt>
    <dgm:pt modelId="{8437CBCB-842F-4736-9A63-B15BC51A0646}" type="parTrans" cxnId="{CA8732E7-E576-4BAF-A992-BA7236D59C3A}">
      <dgm:prSet/>
      <dgm:spPr/>
      <dgm:t>
        <a:bodyPr/>
        <a:lstStyle/>
        <a:p>
          <a:endParaRPr lang="zh-TW" altLang="en-US"/>
        </a:p>
      </dgm:t>
    </dgm:pt>
    <dgm:pt modelId="{BDC727B0-735B-4259-B64E-D40C1248190E}" type="sibTrans" cxnId="{CA8732E7-E576-4BAF-A992-BA7236D59C3A}">
      <dgm:prSet/>
      <dgm:spPr/>
      <dgm:t>
        <a:bodyPr/>
        <a:lstStyle/>
        <a:p>
          <a:endParaRPr lang="zh-TW" altLang="en-US"/>
        </a:p>
      </dgm:t>
    </dgm:pt>
    <dgm:pt modelId="{3681A6E7-8416-49CB-A9A3-3198E924F337}">
      <dgm:prSet phldrT="[文字]"/>
      <dgm:spPr>
        <a:solidFill>
          <a:srgbClr val="0000CC"/>
        </a:solidFill>
      </dgm:spPr>
      <dgm:t>
        <a:bodyPr/>
        <a:lstStyle/>
        <a:p>
          <a:r>
            <a:rPr lang="zh-TW" altLang="en-US" dirty="0"/>
            <a:t>提案討論</a:t>
          </a:r>
        </a:p>
      </dgm:t>
    </dgm:pt>
    <dgm:pt modelId="{B1853E29-7756-4332-A181-C0CD8D28EAAA}" type="parTrans" cxnId="{B06B3113-1E60-4D89-A856-AA69A9EFE02E}">
      <dgm:prSet/>
      <dgm:spPr/>
      <dgm:t>
        <a:bodyPr/>
        <a:lstStyle/>
        <a:p>
          <a:endParaRPr lang="zh-TW" altLang="en-US"/>
        </a:p>
      </dgm:t>
    </dgm:pt>
    <dgm:pt modelId="{7785FA00-9E75-47ED-BA81-BE8695AA527D}" type="sibTrans" cxnId="{B06B3113-1E60-4D89-A856-AA69A9EFE02E}">
      <dgm:prSet/>
      <dgm:spPr/>
      <dgm:t>
        <a:bodyPr/>
        <a:lstStyle/>
        <a:p>
          <a:endParaRPr lang="zh-TW" altLang="en-US"/>
        </a:p>
      </dgm:t>
    </dgm:pt>
    <dgm:pt modelId="{18148B0F-F3DB-4FB9-AB2C-711D9BF5BD8A}">
      <dgm:prSet phldrT="[文字]"/>
      <dgm:spPr>
        <a:solidFill>
          <a:srgbClr val="FF0000"/>
        </a:solidFill>
      </dgm:spPr>
      <dgm:t>
        <a:bodyPr/>
        <a:lstStyle/>
        <a:p>
          <a:r>
            <a:rPr lang="zh-TW" altLang="en-US" dirty="0"/>
            <a:t>既定議案</a:t>
          </a:r>
        </a:p>
      </dgm:t>
    </dgm:pt>
    <dgm:pt modelId="{F1227A87-485C-493E-B51F-123BF04B400C}" type="parTrans" cxnId="{A7B3EC26-747F-48E6-8F38-18C39E86DC9A}">
      <dgm:prSet/>
      <dgm:spPr/>
      <dgm:t>
        <a:bodyPr/>
        <a:lstStyle/>
        <a:p>
          <a:endParaRPr lang="zh-TW" altLang="en-US"/>
        </a:p>
      </dgm:t>
    </dgm:pt>
    <dgm:pt modelId="{34C478B5-6AC6-4419-910B-A962B30E8A61}" type="sibTrans" cxnId="{A7B3EC26-747F-48E6-8F38-18C39E86DC9A}">
      <dgm:prSet/>
      <dgm:spPr/>
      <dgm:t>
        <a:bodyPr/>
        <a:lstStyle/>
        <a:p>
          <a:endParaRPr lang="zh-TW" altLang="en-US"/>
        </a:p>
      </dgm:t>
    </dgm:pt>
    <dgm:pt modelId="{9FE35278-E5A6-42C0-BDD9-9B9DADF48274}">
      <dgm:prSet phldrT="[文字]"/>
      <dgm:spPr>
        <a:solidFill>
          <a:schemeClr val="accent6">
            <a:lumMod val="50000"/>
          </a:schemeClr>
        </a:solidFill>
      </dgm:spPr>
      <dgm:t>
        <a:bodyPr/>
        <a:lstStyle/>
        <a:p>
          <a:r>
            <a:rPr lang="zh-TW" altLang="en-US" dirty="0"/>
            <a:t>臨時動議</a:t>
          </a:r>
        </a:p>
      </dgm:t>
    </dgm:pt>
    <dgm:pt modelId="{A55367CB-1776-49E7-AAA3-CFF89D11ECF7}" type="parTrans" cxnId="{33D340EB-1CB5-4646-9E4B-2054A8F28B9F}">
      <dgm:prSet/>
      <dgm:spPr/>
      <dgm:t>
        <a:bodyPr/>
        <a:lstStyle/>
        <a:p>
          <a:endParaRPr lang="zh-TW" altLang="en-US"/>
        </a:p>
      </dgm:t>
    </dgm:pt>
    <dgm:pt modelId="{B41F9A96-78C2-4216-9B1B-3A4091E3FE71}" type="sibTrans" cxnId="{33D340EB-1CB5-4646-9E4B-2054A8F28B9F}">
      <dgm:prSet/>
      <dgm:spPr/>
      <dgm:t>
        <a:bodyPr/>
        <a:lstStyle/>
        <a:p>
          <a:endParaRPr lang="zh-TW" altLang="en-US"/>
        </a:p>
      </dgm:t>
    </dgm:pt>
    <dgm:pt modelId="{C46D6F72-2EC5-4917-8FFA-0D7B78D32FF8}">
      <dgm:prSet phldrT="[文字]"/>
      <dgm:spPr>
        <a:solidFill>
          <a:srgbClr val="7030A0"/>
        </a:solidFill>
      </dgm:spPr>
      <dgm:t>
        <a:bodyPr/>
        <a:lstStyle/>
        <a:p>
          <a:r>
            <a:rPr lang="zh-TW" altLang="en-US" dirty="0"/>
            <a:t>選舉</a:t>
          </a:r>
        </a:p>
      </dgm:t>
    </dgm:pt>
    <dgm:pt modelId="{099B1327-9F50-46DA-8C20-5972819A0B50}" type="parTrans" cxnId="{EFA7B413-C51D-4C70-B3C5-C0066E96D15F}">
      <dgm:prSet/>
      <dgm:spPr/>
      <dgm:t>
        <a:bodyPr/>
        <a:lstStyle/>
        <a:p>
          <a:endParaRPr lang="zh-TW" altLang="en-US"/>
        </a:p>
      </dgm:t>
    </dgm:pt>
    <dgm:pt modelId="{5783DB6D-AF81-45F3-BC8C-86211EA50FBA}" type="sibTrans" cxnId="{EFA7B413-C51D-4C70-B3C5-C0066E96D15F}">
      <dgm:prSet/>
      <dgm:spPr/>
      <dgm:t>
        <a:bodyPr/>
        <a:lstStyle/>
        <a:p>
          <a:endParaRPr lang="zh-TW" altLang="en-US"/>
        </a:p>
      </dgm:t>
    </dgm:pt>
    <dgm:pt modelId="{F90C09A3-257B-4131-BE52-6AD95B404F4D}">
      <dgm:prSet phldrT="[文字]"/>
      <dgm:spPr>
        <a:solidFill>
          <a:schemeClr val="tx2">
            <a:lumMod val="25000"/>
          </a:schemeClr>
        </a:solidFill>
      </dgm:spPr>
      <dgm:t>
        <a:bodyPr/>
        <a:lstStyle/>
        <a:p>
          <a:r>
            <a:rPr lang="zh-TW" altLang="en-US" dirty="0"/>
            <a:t>如無則免</a:t>
          </a:r>
        </a:p>
      </dgm:t>
    </dgm:pt>
    <dgm:pt modelId="{9D9FF923-502C-49E3-B4F3-711F82C2C58E}" type="parTrans" cxnId="{70D15339-5D43-4532-8790-8D9B55457446}">
      <dgm:prSet/>
      <dgm:spPr/>
      <dgm:t>
        <a:bodyPr/>
        <a:lstStyle/>
        <a:p>
          <a:endParaRPr lang="zh-TW" altLang="en-US"/>
        </a:p>
      </dgm:t>
    </dgm:pt>
    <dgm:pt modelId="{E1E694D5-385D-4FC5-9B6A-E3947F777F4D}" type="sibTrans" cxnId="{70D15339-5D43-4532-8790-8D9B55457446}">
      <dgm:prSet/>
      <dgm:spPr/>
      <dgm:t>
        <a:bodyPr/>
        <a:lstStyle/>
        <a:p>
          <a:endParaRPr lang="zh-TW" altLang="en-US"/>
        </a:p>
      </dgm:t>
    </dgm:pt>
    <dgm:pt modelId="{342C1C4A-655A-42E7-8DA1-688D1F5B6C3A}">
      <dgm:prSet phldrT="[文字]"/>
      <dgm:spPr>
        <a:solidFill>
          <a:srgbClr val="00B050"/>
        </a:solidFill>
      </dgm:spPr>
      <dgm:t>
        <a:bodyPr vert="vert"/>
        <a:lstStyle/>
        <a:p>
          <a:r>
            <a:rPr lang="zh-TW" altLang="en-US" dirty="0"/>
            <a:t>工作報告</a:t>
          </a:r>
          <a:r>
            <a:rPr lang="en-US" altLang="zh-TW" dirty="0"/>
            <a:t>(</a:t>
          </a:r>
          <a:r>
            <a:rPr lang="zh-TW" altLang="en-US" dirty="0"/>
            <a:t>理事會、監事會</a:t>
          </a:r>
          <a:r>
            <a:rPr lang="en-US" altLang="zh-TW" dirty="0"/>
            <a:t>)</a:t>
          </a:r>
          <a:endParaRPr lang="zh-TW" altLang="en-US" dirty="0"/>
        </a:p>
      </dgm:t>
    </dgm:pt>
    <dgm:pt modelId="{D4982D5B-49FE-4DD3-88EF-D7B3EAE5C786}" type="parTrans" cxnId="{57F3C952-B12E-477A-9369-8193AF1D4151}">
      <dgm:prSet/>
      <dgm:spPr/>
      <dgm:t>
        <a:bodyPr/>
        <a:lstStyle/>
        <a:p>
          <a:endParaRPr lang="zh-TW" altLang="en-US"/>
        </a:p>
      </dgm:t>
    </dgm:pt>
    <dgm:pt modelId="{5347A7D2-F22C-44C0-B08D-424F3C488078}" type="sibTrans" cxnId="{57F3C952-B12E-477A-9369-8193AF1D4151}">
      <dgm:prSet/>
      <dgm:spPr/>
      <dgm:t>
        <a:bodyPr/>
        <a:lstStyle/>
        <a:p>
          <a:endParaRPr lang="zh-TW" altLang="en-US"/>
        </a:p>
      </dgm:t>
    </dgm:pt>
    <dgm:pt modelId="{D5491FB2-0B50-45C7-88D2-0BF174EEEE30}" type="pres">
      <dgm:prSet presAssocID="{B5871A7A-84AD-4A57-BCC3-B32AD2D8AD7F}" presName="Name0" presStyleCnt="0">
        <dgm:presLayoutVars>
          <dgm:chPref val="1"/>
          <dgm:dir/>
          <dgm:animOne val="branch"/>
          <dgm:animLvl val="lvl"/>
          <dgm:resizeHandles val="exact"/>
        </dgm:presLayoutVars>
      </dgm:prSet>
      <dgm:spPr/>
    </dgm:pt>
    <dgm:pt modelId="{CBCBACEA-CD1F-4F30-A6CA-7AD91884F7B9}" type="pres">
      <dgm:prSet presAssocID="{8EF9CBE2-0DC1-49F7-BBD9-38758ABA6B2D}" presName="root1" presStyleCnt="0"/>
      <dgm:spPr/>
    </dgm:pt>
    <dgm:pt modelId="{EFEE25DD-F79A-4E03-955B-5E08E8637AB8}" type="pres">
      <dgm:prSet presAssocID="{8EF9CBE2-0DC1-49F7-BBD9-38758ABA6B2D}" presName="LevelOneTextNode" presStyleLbl="node0" presStyleIdx="0" presStyleCnt="2" custScaleX="564743" custScaleY="25309" custLinFactNeighborX="-905" custLinFactNeighborY="-30338">
        <dgm:presLayoutVars>
          <dgm:chPref val="3"/>
        </dgm:presLayoutVars>
      </dgm:prSet>
      <dgm:spPr/>
    </dgm:pt>
    <dgm:pt modelId="{87D004CC-A8FF-4C58-B5E2-9A1E30D82374}" type="pres">
      <dgm:prSet presAssocID="{8EF9CBE2-0DC1-49F7-BBD9-38758ABA6B2D}" presName="level2hierChild" presStyleCnt="0"/>
      <dgm:spPr/>
    </dgm:pt>
    <dgm:pt modelId="{CD52B572-E675-4704-93FA-7DE71AB0C1E9}" type="pres">
      <dgm:prSet presAssocID="{342C1C4A-655A-42E7-8DA1-688D1F5B6C3A}" presName="root1" presStyleCnt="0"/>
      <dgm:spPr/>
    </dgm:pt>
    <dgm:pt modelId="{1619D4DB-2E7B-46E8-97FF-F92AFABD4E65}" type="pres">
      <dgm:prSet presAssocID="{342C1C4A-655A-42E7-8DA1-688D1F5B6C3A}" presName="LevelOneTextNode" presStyleLbl="node0" presStyleIdx="1" presStyleCnt="2" custScaleX="564612" custScaleY="23995">
        <dgm:presLayoutVars>
          <dgm:chPref val="3"/>
        </dgm:presLayoutVars>
      </dgm:prSet>
      <dgm:spPr>
        <a:prstGeom prst="rect">
          <a:avLst/>
        </a:prstGeom>
      </dgm:spPr>
    </dgm:pt>
    <dgm:pt modelId="{617458D8-B42C-4AAF-A4DD-8AEF7BFD6413}" type="pres">
      <dgm:prSet presAssocID="{342C1C4A-655A-42E7-8DA1-688D1F5B6C3A}" presName="level2hierChild" presStyleCnt="0"/>
      <dgm:spPr/>
    </dgm:pt>
    <dgm:pt modelId="{612633E4-1E51-4039-8F9A-E0B01DB3C96B}" type="pres">
      <dgm:prSet presAssocID="{B1853E29-7756-4332-A181-C0CD8D28EAAA}" presName="conn2-1" presStyleLbl="parChTrans1D2" presStyleIdx="0" presStyleCnt="2"/>
      <dgm:spPr/>
    </dgm:pt>
    <dgm:pt modelId="{612BAE32-3389-4667-B5A7-5B4BE14A3587}" type="pres">
      <dgm:prSet presAssocID="{B1853E29-7756-4332-A181-C0CD8D28EAAA}" presName="connTx" presStyleLbl="parChTrans1D2" presStyleIdx="0" presStyleCnt="2"/>
      <dgm:spPr/>
    </dgm:pt>
    <dgm:pt modelId="{01C6B8F6-2C7D-4A27-885B-BBA211F8FA16}" type="pres">
      <dgm:prSet presAssocID="{3681A6E7-8416-49CB-A9A3-3198E924F337}" presName="root2" presStyleCnt="0"/>
      <dgm:spPr/>
    </dgm:pt>
    <dgm:pt modelId="{2D973993-F751-4FFE-93F5-0161F6238C77}" type="pres">
      <dgm:prSet presAssocID="{3681A6E7-8416-49CB-A9A3-3198E924F337}" presName="LevelTwoTextNode" presStyleLbl="node2" presStyleIdx="0" presStyleCnt="2">
        <dgm:presLayoutVars>
          <dgm:chPref val="3"/>
        </dgm:presLayoutVars>
      </dgm:prSet>
      <dgm:spPr/>
    </dgm:pt>
    <dgm:pt modelId="{AB4C76B5-B449-430F-B960-9E52A064BB9C}" type="pres">
      <dgm:prSet presAssocID="{3681A6E7-8416-49CB-A9A3-3198E924F337}" presName="level3hierChild" presStyleCnt="0"/>
      <dgm:spPr/>
    </dgm:pt>
    <dgm:pt modelId="{A267631E-D8B7-4618-9405-0AD13FF12E3D}" type="pres">
      <dgm:prSet presAssocID="{F1227A87-485C-493E-B51F-123BF04B400C}" presName="conn2-1" presStyleLbl="parChTrans1D3" presStyleIdx="0" presStyleCnt="3"/>
      <dgm:spPr/>
    </dgm:pt>
    <dgm:pt modelId="{91C2DEBE-F832-4A96-9CF4-1E7EDB8D1AAE}" type="pres">
      <dgm:prSet presAssocID="{F1227A87-485C-493E-B51F-123BF04B400C}" presName="connTx" presStyleLbl="parChTrans1D3" presStyleIdx="0" presStyleCnt="3"/>
      <dgm:spPr/>
    </dgm:pt>
    <dgm:pt modelId="{75F9C4B3-4091-4462-835E-B82696188E87}" type="pres">
      <dgm:prSet presAssocID="{18148B0F-F3DB-4FB9-AB2C-711D9BF5BD8A}" presName="root2" presStyleCnt="0"/>
      <dgm:spPr/>
    </dgm:pt>
    <dgm:pt modelId="{0F83FCD9-D035-419F-91EA-73081C71BB4D}" type="pres">
      <dgm:prSet presAssocID="{18148B0F-F3DB-4FB9-AB2C-711D9BF5BD8A}" presName="LevelTwoTextNode" presStyleLbl="node3" presStyleIdx="0" presStyleCnt="3">
        <dgm:presLayoutVars>
          <dgm:chPref val="3"/>
        </dgm:presLayoutVars>
      </dgm:prSet>
      <dgm:spPr/>
    </dgm:pt>
    <dgm:pt modelId="{D53CD4C3-5C4B-44E3-BDE7-80656FBAFB9C}" type="pres">
      <dgm:prSet presAssocID="{18148B0F-F3DB-4FB9-AB2C-711D9BF5BD8A}" presName="level3hierChild" presStyleCnt="0"/>
      <dgm:spPr/>
    </dgm:pt>
    <dgm:pt modelId="{8F77C3A2-AA8B-4F23-8FB6-FEFCFCDBC603}" type="pres">
      <dgm:prSet presAssocID="{A55367CB-1776-49E7-AAA3-CFF89D11ECF7}" presName="conn2-1" presStyleLbl="parChTrans1D3" presStyleIdx="1" presStyleCnt="3"/>
      <dgm:spPr/>
    </dgm:pt>
    <dgm:pt modelId="{4881A759-B78E-4087-BDF5-DCBAF79B2F50}" type="pres">
      <dgm:prSet presAssocID="{A55367CB-1776-49E7-AAA3-CFF89D11ECF7}" presName="connTx" presStyleLbl="parChTrans1D3" presStyleIdx="1" presStyleCnt="3"/>
      <dgm:spPr/>
    </dgm:pt>
    <dgm:pt modelId="{41C1B86B-06E9-4D3B-98CD-AE4D0D942EEF}" type="pres">
      <dgm:prSet presAssocID="{9FE35278-E5A6-42C0-BDD9-9B9DADF48274}" presName="root2" presStyleCnt="0"/>
      <dgm:spPr/>
    </dgm:pt>
    <dgm:pt modelId="{2CB2147B-81A7-4F27-A671-E557929370CA}" type="pres">
      <dgm:prSet presAssocID="{9FE35278-E5A6-42C0-BDD9-9B9DADF48274}" presName="LevelTwoTextNode" presStyleLbl="node3" presStyleIdx="1" presStyleCnt="3">
        <dgm:presLayoutVars>
          <dgm:chPref val="3"/>
        </dgm:presLayoutVars>
      </dgm:prSet>
      <dgm:spPr/>
    </dgm:pt>
    <dgm:pt modelId="{80F8A096-6C6B-4602-9795-52A5C0005F17}" type="pres">
      <dgm:prSet presAssocID="{9FE35278-E5A6-42C0-BDD9-9B9DADF48274}" presName="level3hierChild" presStyleCnt="0"/>
      <dgm:spPr/>
    </dgm:pt>
    <dgm:pt modelId="{14CDEED1-E7C0-4604-95D5-46EBE8CACBEB}" type="pres">
      <dgm:prSet presAssocID="{099B1327-9F50-46DA-8C20-5972819A0B50}" presName="conn2-1" presStyleLbl="parChTrans1D2" presStyleIdx="1" presStyleCnt="2"/>
      <dgm:spPr/>
    </dgm:pt>
    <dgm:pt modelId="{E37ABE59-30F6-437B-A849-848F0DF71788}" type="pres">
      <dgm:prSet presAssocID="{099B1327-9F50-46DA-8C20-5972819A0B50}" presName="connTx" presStyleLbl="parChTrans1D2" presStyleIdx="1" presStyleCnt="2"/>
      <dgm:spPr/>
    </dgm:pt>
    <dgm:pt modelId="{4B71A43D-CCD3-4AD9-B8DD-092461299A2B}" type="pres">
      <dgm:prSet presAssocID="{C46D6F72-2EC5-4917-8FFA-0D7B78D32FF8}" presName="root2" presStyleCnt="0"/>
      <dgm:spPr/>
    </dgm:pt>
    <dgm:pt modelId="{32667B61-7A34-421F-8A61-B24E2A083970}" type="pres">
      <dgm:prSet presAssocID="{C46D6F72-2EC5-4917-8FFA-0D7B78D32FF8}" presName="LevelTwoTextNode" presStyleLbl="node2" presStyleIdx="1" presStyleCnt="2">
        <dgm:presLayoutVars>
          <dgm:chPref val="3"/>
        </dgm:presLayoutVars>
      </dgm:prSet>
      <dgm:spPr/>
    </dgm:pt>
    <dgm:pt modelId="{AD4D22D5-D065-43A2-9791-2C59A8E9CA7C}" type="pres">
      <dgm:prSet presAssocID="{C46D6F72-2EC5-4917-8FFA-0D7B78D32FF8}" presName="level3hierChild" presStyleCnt="0"/>
      <dgm:spPr/>
    </dgm:pt>
    <dgm:pt modelId="{CD7CC74C-22E9-415E-BA4C-58461279FD8F}" type="pres">
      <dgm:prSet presAssocID="{9D9FF923-502C-49E3-B4F3-711F82C2C58E}" presName="conn2-1" presStyleLbl="parChTrans1D3" presStyleIdx="2" presStyleCnt="3"/>
      <dgm:spPr/>
    </dgm:pt>
    <dgm:pt modelId="{7317C1AE-7B61-410E-98BF-E3062741C764}" type="pres">
      <dgm:prSet presAssocID="{9D9FF923-502C-49E3-B4F3-711F82C2C58E}" presName="connTx" presStyleLbl="parChTrans1D3" presStyleIdx="2" presStyleCnt="3"/>
      <dgm:spPr/>
    </dgm:pt>
    <dgm:pt modelId="{56DC912F-54BB-41D6-B372-7C48B73CAA6E}" type="pres">
      <dgm:prSet presAssocID="{F90C09A3-257B-4131-BE52-6AD95B404F4D}" presName="root2" presStyleCnt="0"/>
      <dgm:spPr/>
    </dgm:pt>
    <dgm:pt modelId="{BA442515-664D-4DE8-BE5C-ABFF4DD41684}" type="pres">
      <dgm:prSet presAssocID="{F90C09A3-257B-4131-BE52-6AD95B404F4D}" presName="LevelTwoTextNode" presStyleLbl="node3" presStyleIdx="2" presStyleCnt="3">
        <dgm:presLayoutVars>
          <dgm:chPref val="3"/>
        </dgm:presLayoutVars>
      </dgm:prSet>
      <dgm:spPr/>
    </dgm:pt>
    <dgm:pt modelId="{CBC3307C-5321-45D9-9198-DA5848ACC62C}" type="pres">
      <dgm:prSet presAssocID="{F90C09A3-257B-4131-BE52-6AD95B404F4D}" presName="level3hierChild" presStyleCnt="0"/>
      <dgm:spPr/>
    </dgm:pt>
  </dgm:ptLst>
  <dgm:cxnLst>
    <dgm:cxn modelId="{4F2CBB02-7E41-4772-89D3-CB796C6052FF}" type="presOf" srcId="{342C1C4A-655A-42E7-8DA1-688D1F5B6C3A}" destId="{1619D4DB-2E7B-46E8-97FF-F92AFABD4E65}" srcOrd="0" destOrd="0" presId="urn:microsoft.com/office/officeart/2008/layout/HorizontalMultiLevelHierarchy"/>
    <dgm:cxn modelId="{AE770A11-C2AD-4740-9D70-1841639F34D3}" type="presOf" srcId="{F90C09A3-257B-4131-BE52-6AD95B404F4D}" destId="{BA442515-664D-4DE8-BE5C-ABFF4DD41684}" srcOrd="0" destOrd="0" presId="urn:microsoft.com/office/officeart/2008/layout/HorizontalMultiLevelHierarchy"/>
    <dgm:cxn modelId="{B06B3113-1E60-4D89-A856-AA69A9EFE02E}" srcId="{342C1C4A-655A-42E7-8DA1-688D1F5B6C3A}" destId="{3681A6E7-8416-49CB-A9A3-3198E924F337}" srcOrd="0" destOrd="0" parTransId="{B1853E29-7756-4332-A181-C0CD8D28EAAA}" sibTransId="{7785FA00-9E75-47ED-BA81-BE8695AA527D}"/>
    <dgm:cxn modelId="{EFA7B413-C51D-4C70-B3C5-C0066E96D15F}" srcId="{342C1C4A-655A-42E7-8DA1-688D1F5B6C3A}" destId="{C46D6F72-2EC5-4917-8FFA-0D7B78D32FF8}" srcOrd="1" destOrd="0" parTransId="{099B1327-9F50-46DA-8C20-5972819A0B50}" sibTransId="{5783DB6D-AF81-45F3-BC8C-86211EA50FBA}"/>
    <dgm:cxn modelId="{A7B3EC26-747F-48E6-8F38-18C39E86DC9A}" srcId="{3681A6E7-8416-49CB-A9A3-3198E924F337}" destId="{18148B0F-F3DB-4FB9-AB2C-711D9BF5BD8A}" srcOrd="0" destOrd="0" parTransId="{F1227A87-485C-493E-B51F-123BF04B400C}" sibTransId="{34C478B5-6AC6-4419-910B-A962B30E8A61}"/>
    <dgm:cxn modelId="{DC4B2530-3E8E-4F7F-8199-E170120B44CB}" type="presOf" srcId="{9D9FF923-502C-49E3-B4F3-711F82C2C58E}" destId="{7317C1AE-7B61-410E-98BF-E3062741C764}" srcOrd="1" destOrd="0" presId="urn:microsoft.com/office/officeart/2008/layout/HorizontalMultiLevelHierarchy"/>
    <dgm:cxn modelId="{70D15339-5D43-4532-8790-8D9B55457446}" srcId="{C46D6F72-2EC5-4917-8FFA-0D7B78D32FF8}" destId="{F90C09A3-257B-4131-BE52-6AD95B404F4D}" srcOrd="0" destOrd="0" parTransId="{9D9FF923-502C-49E3-B4F3-711F82C2C58E}" sibTransId="{E1E694D5-385D-4FC5-9B6A-E3947F777F4D}"/>
    <dgm:cxn modelId="{8FCB0C3D-7828-443F-B5BA-D2D9CFBB4EFD}" type="presOf" srcId="{C46D6F72-2EC5-4917-8FFA-0D7B78D32FF8}" destId="{32667B61-7A34-421F-8A61-B24E2A083970}" srcOrd="0" destOrd="0" presId="urn:microsoft.com/office/officeart/2008/layout/HorizontalMultiLevelHierarchy"/>
    <dgm:cxn modelId="{AE970A5D-C501-4EE4-B42E-3B3C37E79DC9}" type="presOf" srcId="{3681A6E7-8416-49CB-A9A3-3198E924F337}" destId="{2D973993-F751-4FFE-93F5-0161F6238C77}" srcOrd="0" destOrd="0" presId="urn:microsoft.com/office/officeart/2008/layout/HorizontalMultiLevelHierarchy"/>
    <dgm:cxn modelId="{48A58449-F076-4EC3-8A2B-FF8686C2F8A0}" type="presOf" srcId="{B1853E29-7756-4332-A181-C0CD8D28EAAA}" destId="{612633E4-1E51-4039-8F9A-E0B01DB3C96B}" srcOrd="0" destOrd="0" presId="urn:microsoft.com/office/officeart/2008/layout/HorizontalMultiLevelHierarchy"/>
    <dgm:cxn modelId="{59D4416A-E35C-447E-A2FC-055E67AF78EA}" type="presOf" srcId="{18148B0F-F3DB-4FB9-AB2C-711D9BF5BD8A}" destId="{0F83FCD9-D035-419F-91EA-73081C71BB4D}" srcOrd="0" destOrd="0" presId="urn:microsoft.com/office/officeart/2008/layout/HorizontalMultiLevelHierarchy"/>
    <dgm:cxn modelId="{57F3C952-B12E-477A-9369-8193AF1D4151}" srcId="{B5871A7A-84AD-4A57-BCC3-B32AD2D8AD7F}" destId="{342C1C4A-655A-42E7-8DA1-688D1F5B6C3A}" srcOrd="1" destOrd="0" parTransId="{D4982D5B-49FE-4DD3-88EF-D7B3EAE5C786}" sibTransId="{5347A7D2-F22C-44C0-B08D-424F3C488078}"/>
    <dgm:cxn modelId="{ECFA0258-8401-412A-99F4-A19CB768C854}" type="presOf" srcId="{B1853E29-7756-4332-A181-C0CD8D28EAAA}" destId="{612BAE32-3389-4667-B5A7-5B4BE14A3587}" srcOrd="1" destOrd="0" presId="urn:microsoft.com/office/officeart/2008/layout/HorizontalMultiLevelHierarchy"/>
    <dgm:cxn modelId="{BF07A083-9D3D-4F89-894E-69C45AC31083}" type="presOf" srcId="{8EF9CBE2-0DC1-49F7-BBD9-38758ABA6B2D}" destId="{EFEE25DD-F79A-4E03-955B-5E08E8637AB8}" srcOrd="0" destOrd="0" presId="urn:microsoft.com/office/officeart/2008/layout/HorizontalMultiLevelHierarchy"/>
    <dgm:cxn modelId="{56C1D68A-336B-4814-811F-19D4E42CEDB4}" type="presOf" srcId="{099B1327-9F50-46DA-8C20-5972819A0B50}" destId="{14CDEED1-E7C0-4604-95D5-46EBE8CACBEB}" srcOrd="0" destOrd="0" presId="urn:microsoft.com/office/officeart/2008/layout/HorizontalMultiLevelHierarchy"/>
    <dgm:cxn modelId="{0093C497-116B-4291-A23B-84AC4A1573E6}" type="presOf" srcId="{A55367CB-1776-49E7-AAA3-CFF89D11ECF7}" destId="{8F77C3A2-AA8B-4F23-8FB6-FEFCFCDBC603}" srcOrd="0" destOrd="0" presId="urn:microsoft.com/office/officeart/2008/layout/HorizontalMultiLevelHierarchy"/>
    <dgm:cxn modelId="{1BF14C98-18EE-492F-B370-7E8B0F58691F}" type="presOf" srcId="{A55367CB-1776-49E7-AAA3-CFF89D11ECF7}" destId="{4881A759-B78E-4087-BDF5-DCBAF79B2F50}" srcOrd="1" destOrd="0" presId="urn:microsoft.com/office/officeart/2008/layout/HorizontalMultiLevelHierarchy"/>
    <dgm:cxn modelId="{58096DAF-2544-49DF-98DA-E5B75A8A21FF}" type="presOf" srcId="{099B1327-9F50-46DA-8C20-5972819A0B50}" destId="{E37ABE59-30F6-437B-A849-848F0DF71788}" srcOrd="1" destOrd="0" presId="urn:microsoft.com/office/officeart/2008/layout/HorizontalMultiLevelHierarchy"/>
    <dgm:cxn modelId="{B10E7CB2-201F-4C80-8FCB-B83D52F58A3E}" type="presOf" srcId="{9D9FF923-502C-49E3-B4F3-711F82C2C58E}" destId="{CD7CC74C-22E9-415E-BA4C-58461279FD8F}" srcOrd="0" destOrd="0" presId="urn:microsoft.com/office/officeart/2008/layout/HorizontalMultiLevelHierarchy"/>
    <dgm:cxn modelId="{6BF6C1C1-4B78-4C29-AD33-B075F39EF8F2}" type="presOf" srcId="{F1227A87-485C-493E-B51F-123BF04B400C}" destId="{91C2DEBE-F832-4A96-9CF4-1E7EDB8D1AAE}" srcOrd="1" destOrd="0" presId="urn:microsoft.com/office/officeart/2008/layout/HorizontalMultiLevelHierarchy"/>
    <dgm:cxn modelId="{1D93B5CB-85AA-4C82-B068-AA67DE2B1E90}" type="presOf" srcId="{9FE35278-E5A6-42C0-BDD9-9B9DADF48274}" destId="{2CB2147B-81A7-4F27-A671-E557929370CA}" srcOrd="0" destOrd="0" presId="urn:microsoft.com/office/officeart/2008/layout/HorizontalMultiLevelHierarchy"/>
    <dgm:cxn modelId="{528D24D8-D0FB-4F80-92DE-4BA867B301DB}" type="presOf" srcId="{B5871A7A-84AD-4A57-BCC3-B32AD2D8AD7F}" destId="{D5491FB2-0B50-45C7-88D2-0BF174EEEE30}" srcOrd="0" destOrd="0" presId="urn:microsoft.com/office/officeart/2008/layout/HorizontalMultiLevelHierarchy"/>
    <dgm:cxn modelId="{CA8732E7-E576-4BAF-A992-BA7236D59C3A}" srcId="{B5871A7A-84AD-4A57-BCC3-B32AD2D8AD7F}" destId="{8EF9CBE2-0DC1-49F7-BBD9-38758ABA6B2D}" srcOrd="0" destOrd="0" parTransId="{8437CBCB-842F-4736-9A63-B15BC51A0646}" sibTransId="{BDC727B0-735B-4259-B64E-D40C1248190E}"/>
    <dgm:cxn modelId="{33D340EB-1CB5-4646-9E4B-2054A8F28B9F}" srcId="{3681A6E7-8416-49CB-A9A3-3198E924F337}" destId="{9FE35278-E5A6-42C0-BDD9-9B9DADF48274}" srcOrd="1" destOrd="0" parTransId="{A55367CB-1776-49E7-AAA3-CFF89D11ECF7}" sibTransId="{B41F9A96-78C2-4216-9B1B-3A4091E3FE71}"/>
    <dgm:cxn modelId="{A6AE4CF5-615C-4B61-A477-BA707BF5DE11}" type="presOf" srcId="{F1227A87-485C-493E-B51F-123BF04B400C}" destId="{A267631E-D8B7-4618-9405-0AD13FF12E3D}" srcOrd="0" destOrd="0" presId="urn:microsoft.com/office/officeart/2008/layout/HorizontalMultiLevelHierarchy"/>
    <dgm:cxn modelId="{1C979479-23C6-4E83-AEBD-A1BA723C59FC}" type="presParOf" srcId="{D5491FB2-0B50-45C7-88D2-0BF174EEEE30}" destId="{CBCBACEA-CD1F-4F30-A6CA-7AD91884F7B9}" srcOrd="0" destOrd="0" presId="urn:microsoft.com/office/officeart/2008/layout/HorizontalMultiLevelHierarchy"/>
    <dgm:cxn modelId="{C241876B-94C8-4534-8116-1570FAE8A216}" type="presParOf" srcId="{CBCBACEA-CD1F-4F30-A6CA-7AD91884F7B9}" destId="{EFEE25DD-F79A-4E03-955B-5E08E8637AB8}" srcOrd="0" destOrd="0" presId="urn:microsoft.com/office/officeart/2008/layout/HorizontalMultiLevelHierarchy"/>
    <dgm:cxn modelId="{761A0F4D-8092-4196-8C67-C0513A24E996}" type="presParOf" srcId="{CBCBACEA-CD1F-4F30-A6CA-7AD91884F7B9}" destId="{87D004CC-A8FF-4C58-B5E2-9A1E30D82374}" srcOrd="1" destOrd="0" presId="urn:microsoft.com/office/officeart/2008/layout/HorizontalMultiLevelHierarchy"/>
    <dgm:cxn modelId="{69B9F3F3-2090-487C-96DB-443CED7611C1}" type="presParOf" srcId="{D5491FB2-0B50-45C7-88D2-0BF174EEEE30}" destId="{CD52B572-E675-4704-93FA-7DE71AB0C1E9}" srcOrd="1" destOrd="0" presId="urn:microsoft.com/office/officeart/2008/layout/HorizontalMultiLevelHierarchy"/>
    <dgm:cxn modelId="{93D03D3C-524F-4E99-99FC-03F1587404F6}" type="presParOf" srcId="{CD52B572-E675-4704-93FA-7DE71AB0C1E9}" destId="{1619D4DB-2E7B-46E8-97FF-F92AFABD4E65}" srcOrd="0" destOrd="0" presId="urn:microsoft.com/office/officeart/2008/layout/HorizontalMultiLevelHierarchy"/>
    <dgm:cxn modelId="{390C43B9-A838-4104-9612-B415FAE4B5B1}" type="presParOf" srcId="{CD52B572-E675-4704-93FA-7DE71AB0C1E9}" destId="{617458D8-B42C-4AAF-A4DD-8AEF7BFD6413}" srcOrd="1" destOrd="0" presId="urn:microsoft.com/office/officeart/2008/layout/HorizontalMultiLevelHierarchy"/>
    <dgm:cxn modelId="{6B4166A1-3899-46FC-8D68-D6EA0709A2DA}" type="presParOf" srcId="{617458D8-B42C-4AAF-A4DD-8AEF7BFD6413}" destId="{612633E4-1E51-4039-8F9A-E0B01DB3C96B}" srcOrd="0" destOrd="0" presId="urn:microsoft.com/office/officeart/2008/layout/HorizontalMultiLevelHierarchy"/>
    <dgm:cxn modelId="{25DACE44-DFE9-47C8-975E-E9A49C200ED7}" type="presParOf" srcId="{612633E4-1E51-4039-8F9A-E0B01DB3C96B}" destId="{612BAE32-3389-4667-B5A7-5B4BE14A3587}" srcOrd="0" destOrd="0" presId="urn:microsoft.com/office/officeart/2008/layout/HorizontalMultiLevelHierarchy"/>
    <dgm:cxn modelId="{9529913D-CC82-45BE-AE36-3C34C88534CC}" type="presParOf" srcId="{617458D8-B42C-4AAF-A4DD-8AEF7BFD6413}" destId="{01C6B8F6-2C7D-4A27-885B-BBA211F8FA16}" srcOrd="1" destOrd="0" presId="urn:microsoft.com/office/officeart/2008/layout/HorizontalMultiLevelHierarchy"/>
    <dgm:cxn modelId="{0E7A795C-B7B4-4B89-A292-EB868AE8D42C}" type="presParOf" srcId="{01C6B8F6-2C7D-4A27-885B-BBA211F8FA16}" destId="{2D973993-F751-4FFE-93F5-0161F6238C77}" srcOrd="0" destOrd="0" presId="urn:microsoft.com/office/officeart/2008/layout/HorizontalMultiLevelHierarchy"/>
    <dgm:cxn modelId="{4E63C42E-3387-4AE2-81F3-53E00DF508A8}" type="presParOf" srcId="{01C6B8F6-2C7D-4A27-885B-BBA211F8FA16}" destId="{AB4C76B5-B449-430F-B960-9E52A064BB9C}" srcOrd="1" destOrd="0" presId="urn:microsoft.com/office/officeart/2008/layout/HorizontalMultiLevelHierarchy"/>
    <dgm:cxn modelId="{D7516675-27FB-43BB-8DC5-3A2072F974A4}" type="presParOf" srcId="{AB4C76B5-B449-430F-B960-9E52A064BB9C}" destId="{A267631E-D8B7-4618-9405-0AD13FF12E3D}" srcOrd="0" destOrd="0" presId="urn:microsoft.com/office/officeart/2008/layout/HorizontalMultiLevelHierarchy"/>
    <dgm:cxn modelId="{CEB69FA8-0E37-428E-8688-9E445A60C72E}" type="presParOf" srcId="{A267631E-D8B7-4618-9405-0AD13FF12E3D}" destId="{91C2DEBE-F832-4A96-9CF4-1E7EDB8D1AAE}" srcOrd="0" destOrd="0" presId="urn:microsoft.com/office/officeart/2008/layout/HorizontalMultiLevelHierarchy"/>
    <dgm:cxn modelId="{B898B600-3D9E-4537-9E49-55ED0E5AF86E}" type="presParOf" srcId="{AB4C76B5-B449-430F-B960-9E52A064BB9C}" destId="{75F9C4B3-4091-4462-835E-B82696188E87}" srcOrd="1" destOrd="0" presId="urn:microsoft.com/office/officeart/2008/layout/HorizontalMultiLevelHierarchy"/>
    <dgm:cxn modelId="{D5031656-AD77-451F-B1BB-C03334BD3EEA}" type="presParOf" srcId="{75F9C4B3-4091-4462-835E-B82696188E87}" destId="{0F83FCD9-D035-419F-91EA-73081C71BB4D}" srcOrd="0" destOrd="0" presId="urn:microsoft.com/office/officeart/2008/layout/HorizontalMultiLevelHierarchy"/>
    <dgm:cxn modelId="{03472776-BBC5-4FE7-95BE-04D8CA84CE21}" type="presParOf" srcId="{75F9C4B3-4091-4462-835E-B82696188E87}" destId="{D53CD4C3-5C4B-44E3-BDE7-80656FBAFB9C}" srcOrd="1" destOrd="0" presId="urn:microsoft.com/office/officeart/2008/layout/HorizontalMultiLevelHierarchy"/>
    <dgm:cxn modelId="{22CC822A-9BD9-4578-8DB8-BF3D35277BB9}" type="presParOf" srcId="{AB4C76B5-B449-430F-B960-9E52A064BB9C}" destId="{8F77C3A2-AA8B-4F23-8FB6-FEFCFCDBC603}" srcOrd="2" destOrd="0" presId="urn:microsoft.com/office/officeart/2008/layout/HorizontalMultiLevelHierarchy"/>
    <dgm:cxn modelId="{75724FB6-D353-4E3D-8A44-671AA7F1D488}" type="presParOf" srcId="{8F77C3A2-AA8B-4F23-8FB6-FEFCFCDBC603}" destId="{4881A759-B78E-4087-BDF5-DCBAF79B2F50}" srcOrd="0" destOrd="0" presId="urn:microsoft.com/office/officeart/2008/layout/HorizontalMultiLevelHierarchy"/>
    <dgm:cxn modelId="{89527E80-4896-4579-A4B6-8F3BF074ACB0}" type="presParOf" srcId="{AB4C76B5-B449-430F-B960-9E52A064BB9C}" destId="{41C1B86B-06E9-4D3B-98CD-AE4D0D942EEF}" srcOrd="3" destOrd="0" presId="urn:microsoft.com/office/officeart/2008/layout/HorizontalMultiLevelHierarchy"/>
    <dgm:cxn modelId="{0F43AC16-CDB2-47FF-BCC1-B1EF42854760}" type="presParOf" srcId="{41C1B86B-06E9-4D3B-98CD-AE4D0D942EEF}" destId="{2CB2147B-81A7-4F27-A671-E557929370CA}" srcOrd="0" destOrd="0" presId="urn:microsoft.com/office/officeart/2008/layout/HorizontalMultiLevelHierarchy"/>
    <dgm:cxn modelId="{A0E7368A-689B-44AF-8FB0-B83257B4D9C0}" type="presParOf" srcId="{41C1B86B-06E9-4D3B-98CD-AE4D0D942EEF}" destId="{80F8A096-6C6B-4602-9795-52A5C0005F17}" srcOrd="1" destOrd="0" presId="urn:microsoft.com/office/officeart/2008/layout/HorizontalMultiLevelHierarchy"/>
    <dgm:cxn modelId="{531B0E62-9B88-4184-A242-512A1FBBA2C8}" type="presParOf" srcId="{617458D8-B42C-4AAF-A4DD-8AEF7BFD6413}" destId="{14CDEED1-E7C0-4604-95D5-46EBE8CACBEB}" srcOrd="2" destOrd="0" presId="urn:microsoft.com/office/officeart/2008/layout/HorizontalMultiLevelHierarchy"/>
    <dgm:cxn modelId="{FA91FC2E-79CB-4D03-88BC-7913A16B8823}" type="presParOf" srcId="{14CDEED1-E7C0-4604-95D5-46EBE8CACBEB}" destId="{E37ABE59-30F6-437B-A849-848F0DF71788}" srcOrd="0" destOrd="0" presId="urn:microsoft.com/office/officeart/2008/layout/HorizontalMultiLevelHierarchy"/>
    <dgm:cxn modelId="{A8D04A31-AE85-4EA6-B8E9-888B400F6590}" type="presParOf" srcId="{617458D8-B42C-4AAF-A4DD-8AEF7BFD6413}" destId="{4B71A43D-CCD3-4AD9-B8DD-092461299A2B}" srcOrd="3" destOrd="0" presId="urn:microsoft.com/office/officeart/2008/layout/HorizontalMultiLevelHierarchy"/>
    <dgm:cxn modelId="{47063EF1-9C94-4930-B630-762A2519A423}" type="presParOf" srcId="{4B71A43D-CCD3-4AD9-B8DD-092461299A2B}" destId="{32667B61-7A34-421F-8A61-B24E2A083970}" srcOrd="0" destOrd="0" presId="urn:microsoft.com/office/officeart/2008/layout/HorizontalMultiLevelHierarchy"/>
    <dgm:cxn modelId="{E3730B6D-41B4-47C5-8240-4C29F2FDB709}" type="presParOf" srcId="{4B71A43D-CCD3-4AD9-B8DD-092461299A2B}" destId="{AD4D22D5-D065-43A2-9791-2C59A8E9CA7C}" srcOrd="1" destOrd="0" presId="urn:microsoft.com/office/officeart/2008/layout/HorizontalMultiLevelHierarchy"/>
    <dgm:cxn modelId="{DCE2F3D0-3C19-469A-8F95-9DD43AEAA2A2}" type="presParOf" srcId="{AD4D22D5-D065-43A2-9791-2C59A8E9CA7C}" destId="{CD7CC74C-22E9-415E-BA4C-58461279FD8F}" srcOrd="0" destOrd="0" presId="urn:microsoft.com/office/officeart/2008/layout/HorizontalMultiLevelHierarchy"/>
    <dgm:cxn modelId="{14591DB8-CB52-4071-9633-C77E7F26E161}" type="presParOf" srcId="{CD7CC74C-22E9-415E-BA4C-58461279FD8F}" destId="{7317C1AE-7B61-410E-98BF-E3062741C764}" srcOrd="0" destOrd="0" presId="urn:microsoft.com/office/officeart/2008/layout/HorizontalMultiLevelHierarchy"/>
    <dgm:cxn modelId="{C2FB7AC1-5AE7-443C-BB7A-09A3B4DE441B}" type="presParOf" srcId="{AD4D22D5-D065-43A2-9791-2C59A8E9CA7C}" destId="{56DC912F-54BB-41D6-B372-7C48B73CAA6E}" srcOrd="1" destOrd="0" presId="urn:microsoft.com/office/officeart/2008/layout/HorizontalMultiLevelHierarchy"/>
    <dgm:cxn modelId="{EF726EBA-58FB-4F3D-AB3C-2B1985265D97}" type="presParOf" srcId="{56DC912F-54BB-41D6-B372-7C48B73CAA6E}" destId="{BA442515-664D-4DE8-BE5C-ABFF4DD41684}" srcOrd="0" destOrd="0" presId="urn:microsoft.com/office/officeart/2008/layout/HorizontalMultiLevelHierarchy"/>
    <dgm:cxn modelId="{88AB84DD-8F85-4713-BB95-1D454BB915E2}" type="presParOf" srcId="{56DC912F-54BB-41D6-B372-7C48B73CAA6E}" destId="{CBC3307C-5321-45D9-9198-DA5848ACC62C}"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AE7B88-D990-494A-92CE-C9C553273F5B}">
      <dsp:nvSpPr>
        <dsp:cNvPr id="0" name=""/>
        <dsp:cNvSpPr/>
      </dsp:nvSpPr>
      <dsp:spPr>
        <a:xfrm>
          <a:off x="7044637" y="2341197"/>
          <a:ext cx="91440" cy="337586"/>
        </a:xfrm>
        <a:custGeom>
          <a:avLst/>
          <a:gdLst/>
          <a:ahLst/>
          <a:cxnLst/>
          <a:rect l="0" t="0" r="0" b="0"/>
          <a:pathLst>
            <a:path>
              <a:moveTo>
                <a:pt x="53219" y="0"/>
              </a:moveTo>
              <a:lnTo>
                <a:pt x="53219" y="196241"/>
              </a:lnTo>
              <a:lnTo>
                <a:pt x="45720" y="196241"/>
              </a:lnTo>
              <a:lnTo>
                <a:pt x="45720" y="337586"/>
              </a:lnTo>
            </a:path>
          </a:pathLst>
        </a:custGeom>
        <a:noFill/>
        <a:ln w="25400"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393456-0F59-4B7A-9FA0-928ECD9C11BA}">
      <dsp:nvSpPr>
        <dsp:cNvPr id="0" name=""/>
        <dsp:cNvSpPr/>
      </dsp:nvSpPr>
      <dsp:spPr>
        <a:xfrm>
          <a:off x="5848275" y="1440325"/>
          <a:ext cx="1249581" cy="295103"/>
        </a:xfrm>
        <a:custGeom>
          <a:avLst/>
          <a:gdLst/>
          <a:ahLst/>
          <a:cxnLst/>
          <a:rect l="0" t="0" r="0" b="0"/>
          <a:pathLst>
            <a:path>
              <a:moveTo>
                <a:pt x="0" y="0"/>
              </a:moveTo>
              <a:lnTo>
                <a:pt x="0" y="153757"/>
              </a:lnTo>
              <a:lnTo>
                <a:pt x="1249581" y="153757"/>
              </a:lnTo>
              <a:lnTo>
                <a:pt x="1249581" y="295103"/>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7D9BB22-23D3-4F9E-A4AE-8A37733445E8}">
      <dsp:nvSpPr>
        <dsp:cNvPr id="0" name=""/>
        <dsp:cNvSpPr/>
      </dsp:nvSpPr>
      <dsp:spPr>
        <a:xfrm>
          <a:off x="4623439" y="3270879"/>
          <a:ext cx="1538579" cy="363671"/>
        </a:xfrm>
        <a:custGeom>
          <a:avLst/>
          <a:gdLst/>
          <a:ahLst/>
          <a:cxnLst/>
          <a:rect l="0" t="0" r="0" b="0"/>
          <a:pathLst>
            <a:path>
              <a:moveTo>
                <a:pt x="0" y="0"/>
              </a:moveTo>
              <a:lnTo>
                <a:pt x="0" y="222325"/>
              </a:lnTo>
              <a:lnTo>
                <a:pt x="1538579" y="222325"/>
              </a:lnTo>
              <a:lnTo>
                <a:pt x="1538579" y="363671"/>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CB85329-E79B-4F3F-8D0B-84FEB91B00C5}">
      <dsp:nvSpPr>
        <dsp:cNvPr id="0" name=""/>
        <dsp:cNvSpPr/>
      </dsp:nvSpPr>
      <dsp:spPr>
        <a:xfrm>
          <a:off x="4546621" y="3270879"/>
          <a:ext cx="91440" cy="363671"/>
        </a:xfrm>
        <a:custGeom>
          <a:avLst/>
          <a:gdLst/>
          <a:ahLst/>
          <a:cxnLst/>
          <a:rect l="0" t="0" r="0" b="0"/>
          <a:pathLst>
            <a:path>
              <a:moveTo>
                <a:pt x="76818" y="0"/>
              </a:moveTo>
              <a:lnTo>
                <a:pt x="76818" y="222325"/>
              </a:lnTo>
              <a:lnTo>
                <a:pt x="45720" y="222325"/>
              </a:lnTo>
              <a:lnTo>
                <a:pt x="45720" y="363671"/>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4D124F-B68C-494D-BA00-BCA7E9FAFCC0}">
      <dsp:nvSpPr>
        <dsp:cNvPr id="0" name=""/>
        <dsp:cNvSpPr/>
      </dsp:nvSpPr>
      <dsp:spPr>
        <a:xfrm>
          <a:off x="5331460" y="5196085"/>
          <a:ext cx="91440" cy="349999"/>
        </a:xfrm>
        <a:custGeom>
          <a:avLst/>
          <a:gdLst/>
          <a:ahLst/>
          <a:cxnLst/>
          <a:rect l="0" t="0" r="0" b="0"/>
          <a:pathLst>
            <a:path>
              <a:moveTo>
                <a:pt x="45720" y="0"/>
              </a:moveTo>
              <a:lnTo>
                <a:pt x="45720" y="349999"/>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F6BE7D-0C06-4114-BC85-8D8FA83E518D}">
      <dsp:nvSpPr>
        <dsp:cNvPr id="0" name=""/>
        <dsp:cNvSpPr/>
      </dsp:nvSpPr>
      <dsp:spPr>
        <a:xfrm>
          <a:off x="3022663" y="4240318"/>
          <a:ext cx="2354516" cy="349999"/>
        </a:xfrm>
        <a:custGeom>
          <a:avLst/>
          <a:gdLst/>
          <a:ahLst/>
          <a:cxnLst/>
          <a:rect l="0" t="0" r="0" b="0"/>
          <a:pathLst>
            <a:path>
              <a:moveTo>
                <a:pt x="0" y="0"/>
              </a:moveTo>
              <a:lnTo>
                <a:pt x="0" y="208653"/>
              </a:lnTo>
              <a:lnTo>
                <a:pt x="2354516" y="208653"/>
              </a:lnTo>
              <a:lnTo>
                <a:pt x="2354516" y="349999"/>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F90E9D-28DB-4126-AA39-69477347A958}">
      <dsp:nvSpPr>
        <dsp:cNvPr id="0" name=""/>
        <dsp:cNvSpPr/>
      </dsp:nvSpPr>
      <dsp:spPr>
        <a:xfrm>
          <a:off x="3761782" y="5196085"/>
          <a:ext cx="91440" cy="349999"/>
        </a:xfrm>
        <a:custGeom>
          <a:avLst/>
          <a:gdLst/>
          <a:ahLst/>
          <a:cxnLst/>
          <a:rect l="0" t="0" r="0" b="0"/>
          <a:pathLst>
            <a:path>
              <a:moveTo>
                <a:pt x="45720" y="0"/>
              </a:moveTo>
              <a:lnTo>
                <a:pt x="45720" y="349999"/>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B5BC3C-B378-4849-9C75-257AEB71FE00}">
      <dsp:nvSpPr>
        <dsp:cNvPr id="0" name=""/>
        <dsp:cNvSpPr/>
      </dsp:nvSpPr>
      <dsp:spPr>
        <a:xfrm>
          <a:off x="3022663" y="4240318"/>
          <a:ext cx="784838" cy="349999"/>
        </a:xfrm>
        <a:custGeom>
          <a:avLst/>
          <a:gdLst/>
          <a:ahLst/>
          <a:cxnLst/>
          <a:rect l="0" t="0" r="0" b="0"/>
          <a:pathLst>
            <a:path>
              <a:moveTo>
                <a:pt x="0" y="0"/>
              </a:moveTo>
              <a:lnTo>
                <a:pt x="0" y="208653"/>
              </a:lnTo>
              <a:lnTo>
                <a:pt x="784838" y="208653"/>
              </a:lnTo>
              <a:lnTo>
                <a:pt x="784838" y="349999"/>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3D981D-5183-4340-B24F-4F72A38FF452}">
      <dsp:nvSpPr>
        <dsp:cNvPr id="0" name=""/>
        <dsp:cNvSpPr/>
      </dsp:nvSpPr>
      <dsp:spPr>
        <a:xfrm>
          <a:off x="2192104" y="5196085"/>
          <a:ext cx="91440" cy="349999"/>
        </a:xfrm>
        <a:custGeom>
          <a:avLst/>
          <a:gdLst/>
          <a:ahLst/>
          <a:cxnLst/>
          <a:rect l="0" t="0" r="0" b="0"/>
          <a:pathLst>
            <a:path>
              <a:moveTo>
                <a:pt x="45720" y="0"/>
              </a:moveTo>
              <a:lnTo>
                <a:pt x="45720" y="349999"/>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59609E-A0AA-4221-AC90-329B88E7B4F3}">
      <dsp:nvSpPr>
        <dsp:cNvPr id="0" name=""/>
        <dsp:cNvSpPr/>
      </dsp:nvSpPr>
      <dsp:spPr>
        <a:xfrm>
          <a:off x="2237824" y="4240318"/>
          <a:ext cx="784838" cy="349999"/>
        </a:xfrm>
        <a:custGeom>
          <a:avLst/>
          <a:gdLst/>
          <a:ahLst/>
          <a:cxnLst/>
          <a:rect l="0" t="0" r="0" b="0"/>
          <a:pathLst>
            <a:path>
              <a:moveTo>
                <a:pt x="784838" y="0"/>
              </a:moveTo>
              <a:lnTo>
                <a:pt x="784838" y="208653"/>
              </a:lnTo>
              <a:lnTo>
                <a:pt x="0" y="208653"/>
              </a:lnTo>
              <a:lnTo>
                <a:pt x="0" y="349999"/>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5AAAA4-C4BF-4D08-8708-7F1205E5FDFC}">
      <dsp:nvSpPr>
        <dsp:cNvPr id="0" name=""/>
        <dsp:cNvSpPr/>
      </dsp:nvSpPr>
      <dsp:spPr>
        <a:xfrm>
          <a:off x="622426" y="5196085"/>
          <a:ext cx="91440" cy="349999"/>
        </a:xfrm>
        <a:custGeom>
          <a:avLst/>
          <a:gdLst/>
          <a:ahLst/>
          <a:cxnLst/>
          <a:rect l="0" t="0" r="0" b="0"/>
          <a:pathLst>
            <a:path>
              <a:moveTo>
                <a:pt x="45720" y="0"/>
              </a:moveTo>
              <a:lnTo>
                <a:pt x="45720" y="349999"/>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2D0836-5AE7-42D6-8F52-C73F2801BA43}">
      <dsp:nvSpPr>
        <dsp:cNvPr id="0" name=""/>
        <dsp:cNvSpPr/>
      </dsp:nvSpPr>
      <dsp:spPr>
        <a:xfrm>
          <a:off x="668146" y="4240318"/>
          <a:ext cx="2354516" cy="349999"/>
        </a:xfrm>
        <a:custGeom>
          <a:avLst/>
          <a:gdLst/>
          <a:ahLst/>
          <a:cxnLst/>
          <a:rect l="0" t="0" r="0" b="0"/>
          <a:pathLst>
            <a:path>
              <a:moveTo>
                <a:pt x="2354516" y="0"/>
              </a:moveTo>
              <a:lnTo>
                <a:pt x="2354516" y="208653"/>
              </a:lnTo>
              <a:lnTo>
                <a:pt x="0" y="208653"/>
              </a:lnTo>
              <a:lnTo>
                <a:pt x="0" y="349999"/>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89679D-95FC-4B83-B044-D4F8356F350F}">
      <dsp:nvSpPr>
        <dsp:cNvPr id="0" name=""/>
        <dsp:cNvSpPr/>
      </dsp:nvSpPr>
      <dsp:spPr>
        <a:xfrm>
          <a:off x="3022663" y="3270879"/>
          <a:ext cx="1600776" cy="363671"/>
        </a:xfrm>
        <a:custGeom>
          <a:avLst/>
          <a:gdLst/>
          <a:ahLst/>
          <a:cxnLst/>
          <a:rect l="0" t="0" r="0" b="0"/>
          <a:pathLst>
            <a:path>
              <a:moveTo>
                <a:pt x="1600776" y="0"/>
              </a:moveTo>
              <a:lnTo>
                <a:pt x="1600776" y="222325"/>
              </a:lnTo>
              <a:lnTo>
                <a:pt x="0" y="222325"/>
              </a:lnTo>
              <a:lnTo>
                <a:pt x="0" y="363671"/>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F37F09-89E7-4AA9-83FC-F75CA5A4CACD}">
      <dsp:nvSpPr>
        <dsp:cNvPr id="0" name=""/>
        <dsp:cNvSpPr/>
      </dsp:nvSpPr>
      <dsp:spPr>
        <a:xfrm>
          <a:off x="4577719" y="2328785"/>
          <a:ext cx="91440" cy="336326"/>
        </a:xfrm>
        <a:custGeom>
          <a:avLst/>
          <a:gdLst/>
          <a:ahLst/>
          <a:cxnLst/>
          <a:rect l="0" t="0" r="0" b="0"/>
          <a:pathLst>
            <a:path>
              <a:moveTo>
                <a:pt x="73121" y="0"/>
              </a:moveTo>
              <a:lnTo>
                <a:pt x="73121" y="194981"/>
              </a:lnTo>
              <a:lnTo>
                <a:pt x="45720" y="194981"/>
              </a:lnTo>
              <a:lnTo>
                <a:pt x="45720" y="336326"/>
              </a:lnTo>
            </a:path>
          </a:pathLst>
        </a:custGeom>
        <a:noFill/>
        <a:ln w="25400"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E608E8-0382-4937-BE17-ECC0A6F91DA2}">
      <dsp:nvSpPr>
        <dsp:cNvPr id="0" name=""/>
        <dsp:cNvSpPr/>
      </dsp:nvSpPr>
      <dsp:spPr>
        <a:xfrm>
          <a:off x="4650840" y="1440325"/>
          <a:ext cx="1197435" cy="282691"/>
        </a:xfrm>
        <a:custGeom>
          <a:avLst/>
          <a:gdLst/>
          <a:ahLst/>
          <a:cxnLst/>
          <a:rect l="0" t="0" r="0" b="0"/>
          <a:pathLst>
            <a:path>
              <a:moveTo>
                <a:pt x="1197435" y="0"/>
              </a:moveTo>
              <a:lnTo>
                <a:pt x="1197435" y="141345"/>
              </a:lnTo>
              <a:lnTo>
                <a:pt x="0" y="141345"/>
              </a:lnTo>
              <a:lnTo>
                <a:pt x="0" y="282691"/>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3FDFF0A-45F4-4EAE-820C-F9CAA677D88B}">
      <dsp:nvSpPr>
        <dsp:cNvPr id="0" name=""/>
        <dsp:cNvSpPr/>
      </dsp:nvSpPr>
      <dsp:spPr>
        <a:xfrm>
          <a:off x="4594014" y="622285"/>
          <a:ext cx="2508523" cy="818040"/>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會員</a:t>
          </a:r>
          <a:r>
            <a:rPr lang="en-US" altLang="zh-TW" sz="1600" kern="1200" dirty="0">
              <a:solidFill>
                <a:schemeClr val="tx1"/>
              </a:solidFill>
            </a:rPr>
            <a:t>(</a:t>
          </a:r>
          <a:r>
            <a:rPr lang="zh-TW" altLang="en-US" sz="1600" kern="1200" dirty="0">
              <a:solidFill>
                <a:schemeClr val="tx1"/>
              </a:solidFill>
            </a:rPr>
            <a:t>代表</a:t>
          </a:r>
          <a:r>
            <a:rPr lang="en-US" altLang="zh-TW" sz="1600" kern="1200" dirty="0">
              <a:solidFill>
                <a:schemeClr val="tx1"/>
              </a:solidFill>
            </a:rPr>
            <a:t>)</a:t>
          </a:r>
          <a:r>
            <a:rPr lang="zh-TW" altLang="en-US" sz="1600" kern="1200" dirty="0">
              <a:solidFill>
                <a:schemeClr val="tx1"/>
              </a:solidFill>
            </a:rPr>
            <a:t>大會</a:t>
          </a:r>
        </a:p>
      </dsp:txBody>
      <dsp:txXfrm>
        <a:off x="4594014" y="622285"/>
        <a:ext cx="2508523" cy="818040"/>
      </dsp:txXfrm>
    </dsp:sp>
    <dsp:sp modelId="{FE1478F5-9E4F-474A-8E95-99692C0DC769}">
      <dsp:nvSpPr>
        <dsp:cNvPr id="0" name=""/>
        <dsp:cNvSpPr/>
      </dsp:nvSpPr>
      <dsp:spPr>
        <a:xfrm>
          <a:off x="5497279" y="1199574"/>
          <a:ext cx="1052988" cy="201922"/>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5497279" y="1199574"/>
        <a:ext cx="1052988" cy="201922"/>
      </dsp:txXfrm>
    </dsp:sp>
    <dsp:sp modelId="{C8D73631-841B-4213-BBB9-DCD9B160F6B6}">
      <dsp:nvSpPr>
        <dsp:cNvPr id="0" name=""/>
        <dsp:cNvSpPr/>
      </dsp:nvSpPr>
      <dsp:spPr>
        <a:xfrm>
          <a:off x="3550104" y="1723017"/>
          <a:ext cx="2201471" cy="605767"/>
        </a:xfrm>
        <a:prstGeom prst="rect">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理事會</a:t>
          </a:r>
        </a:p>
      </dsp:txBody>
      <dsp:txXfrm>
        <a:off x="3550104" y="1723017"/>
        <a:ext cx="2201471" cy="605767"/>
      </dsp:txXfrm>
    </dsp:sp>
    <dsp:sp modelId="{D69B32BA-26BE-485A-AD12-4969C8C34AD3}">
      <dsp:nvSpPr>
        <dsp:cNvPr id="0" name=""/>
        <dsp:cNvSpPr/>
      </dsp:nvSpPr>
      <dsp:spPr>
        <a:xfrm>
          <a:off x="4299844" y="2194170"/>
          <a:ext cx="1052988" cy="201922"/>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4299844" y="2194170"/>
        <a:ext cx="1052988" cy="201922"/>
      </dsp:txXfrm>
    </dsp:sp>
    <dsp:sp modelId="{9F950E22-B48C-4A25-9BAD-F6A7386EAC46}">
      <dsp:nvSpPr>
        <dsp:cNvPr id="0" name=""/>
        <dsp:cNvSpPr/>
      </dsp:nvSpPr>
      <dsp:spPr>
        <a:xfrm>
          <a:off x="3754759" y="2665112"/>
          <a:ext cx="1737361" cy="605767"/>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理事長</a:t>
          </a:r>
        </a:p>
      </dsp:txBody>
      <dsp:txXfrm>
        <a:off x="3754759" y="2665112"/>
        <a:ext cx="1737361" cy="605767"/>
      </dsp:txXfrm>
    </dsp:sp>
    <dsp:sp modelId="{0773CE85-DB0A-4BA8-8649-7E2AB634A109}">
      <dsp:nvSpPr>
        <dsp:cNvPr id="0" name=""/>
        <dsp:cNvSpPr/>
      </dsp:nvSpPr>
      <dsp:spPr>
        <a:xfrm>
          <a:off x="4299844" y="3149936"/>
          <a:ext cx="1052988" cy="201922"/>
        </a:xfrm>
        <a:prstGeom prst="rect">
          <a:avLst/>
        </a:prstGeom>
        <a:solidFill>
          <a:schemeClr val="lt1">
            <a:alpha val="90000"/>
            <a:hueOff val="0"/>
            <a:satOff val="0"/>
            <a:lumOff val="0"/>
            <a:alphaOff val="0"/>
          </a:schemeClr>
        </a:solidFill>
        <a:ln w="25400" cap="flat" cmpd="sng" algn="ctr">
          <a:solidFill>
            <a:schemeClr val="accent5">
              <a:hueOff val="-709563"/>
              <a:satOff val="2844"/>
              <a:lumOff val="61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4299844" y="3149936"/>
        <a:ext cx="1052988" cy="201922"/>
      </dsp:txXfrm>
    </dsp:sp>
    <dsp:sp modelId="{1F99EA13-5E33-4328-9538-C9578F47C868}">
      <dsp:nvSpPr>
        <dsp:cNvPr id="0" name=""/>
        <dsp:cNvSpPr/>
      </dsp:nvSpPr>
      <dsp:spPr>
        <a:xfrm>
          <a:off x="2437669" y="3634551"/>
          <a:ext cx="1169987" cy="605767"/>
        </a:xfrm>
        <a:prstGeom prst="rect">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總幹事</a:t>
          </a:r>
        </a:p>
      </dsp:txBody>
      <dsp:txXfrm>
        <a:off x="2437669" y="3634551"/>
        <a:ext cx="1169987" cy="605767"/>
      </dsp:txXfrm>
    </dsp:sp>
    <dsp:sp modelId="{D30F2AA1-C648-4341-B60C-759AADC8E0C8}">
      <dsp:nvSpPr>
        <dsp:cNvPr id="0" name=""/>
        <dsp:cNvSpPr/>
      </dsp:nvSpPr>
      <dsp:spPr>
        <a:xfrm>
          <a:off x="2671667" y="4105703"/>
          <a:ext cx="1052988" cy="201922"/>
        </a:xfrm>
        <a:prstGeom prst="rect">
          <a:avLst/>
        </a:prstGeom>
        <a:solidFill>
          <a:schemeClr val="lt1">
            <a:alpha val="90000"/>
            <a:hueOff val="0"/>
            <a:satOff val="0"/>
            <a:lumOff val="0"/>
            <a:alphaOff val="0"/>
          </a:schemeClr>
        </a:solidFill>
        <a:ln w="25400" cap="flat" cmpd="sng" algn="ctr">
          <a:solidFill>
            <a:schemeClr val="accent5">
              <a:hueOff val="-1419125"/>
              <a:satOff val="5687"/>
              <a:lumOff val="123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2671667" y="4105703"/>
        <a:ext cx="1052988" cy="201922"/>
      </dsp:txXfrm>
    </dsp:sp>
    <dsp:sp modelId="{26EA24CE-52A3-48FC-A0A6-C5E5E80ED61A}">
      <dsp:nvSpPr>
        <dsp:cNvPr id="0" name=""/>
        <dsp:cNvSpPr/>
      </dsp:nvSpPr>
      <dsp:spPr>
        <a:xfrm>
          <a:off x="83153" y="4590317"/>
          <a:ext cx="1169987" cy="605767"/>
        </a:xfrm>
        <a:prstGeom prst="rect">
          <a:avLst/>
        </a:prstGeom>
        <a:solidFill>
          <a:srgbClr val="5F5F5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長壽俱樂部</a:t>
          </a:r>
        </a:p>
      </dsp:txBody>
      <dsp:txXfrm>
        <a:off x="83153" y="4590317"/>
        <a:ext cx="1169987" cy="605767"/>
      </dsp:txXfrm>
    </dsp:sp>
    <dsp:sp modelId="{E4FE2793-5E43-44D6-BC04-022ACFE8D717}">
      <dsp:nvSpPr>
        <dsp:cNvPr id="0" name=""/>
        <dsp:cNvSpPr/>
      </dsp:nvSpPr>
      <dsp:spPr>
        <a:xfrm>
          <a:off x="317150" y="5061470"/>
          <a:ext cx="1052988" cy="201922"/>
        </a:xfrm>
        <a:prstGeom prst="rect">
          <a:avLst/>
        </a:prstGeom>
        <a:solidFill>
          <a:schemeClr val="lt1">
            <a:alpha val="90000"/>
            <a:hueOff val="0"/>
            <a:satOff val="0"/>
            <a:lumOff val="0"/>
            <a:alphaOff val="0"/>
          </a:schemeClr>
        </a:solidFill>
        <a:ln w="25400" cap="flat" cmpd="sng" algn="ctr">
          <a:solidFill>
            <a:schemeClr val="accent5">
              <a:hueOff val="-2128688"/>
              <a:satOff val="8531"/>
              <a:lumOff val="184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317150" y="5061470"/>
        <a:ext cx="1052988" cy="201922"/>
      </dsp:txXfrm>
    </dsp:sp>
    <dsp:sp modelId="{A4339018-A907-48CB-B9F6-EE333819ED5D}">
      <dsp:nvSpPr>
        <dsp:cNvPr id="0" name=""/>
        <dsp:cNvSpPr/>
      </dsp:nvSpPr>
      <dsp:spPr>
        <a:xfrm>
          <a:off x="83153" y="5546084"/>
          <a:ext cx="1169987" cy="605767"/>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會長</a:t>
          </a:r>
        </a:p>
      </dsp:txBody>
      <dsp:txXfrm>
        <a:off x="83153" y="5546084"/>
        <a:ext cx="1169987" cy="605767"/>
      </dsp:txXfrm>
    </dsp:sp>
    <dsp:sp modelId="{1BBB8A41-4906-44CD-831F-8935E8AFD1D9}">
      <dsp:nvSpPr>
        <dsp:cNvPr id="0" name=""/>
        <dsp:cNvSpPr/>
      </dsp:nvSpPr>
      <dsp:spPr>
        <a:xfrm>
          <a:off x="317150" y="6017237"/>
          <a:ext cx="1052988" cy="201922"/>
        </a:xfrm>
        <a:prstGeom prst="rect">
          <a:avLst/>
        </a:prstGeom>
        <a:solidFill>
          <a:schemeClr val="lt1">
            <a:alpha val="90000"/>
            <a:hueOff val="0"/>
            <a:satOff val="0"/>
            <a:lumOff val="0"/>
            <a:alphaOff val="0"/>
          </a:schemeClr>
        </a:solidFill>
        <a:ln w="25400" cap="flat" cmpd="sng" algn="ctr">
          <a:solidFill>
            <a:schemeClr val="accent5">
              <a:hueOff val="-2838251"/>
              <a:satOff val="11375"/>
              <a:lumOff val="246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317150" y="6017237"/>
        <a:ext cx="1052988" cy="201922"/>
      </dsp:txXfrm>
    </dsp:sp>
    <dsp:sp modelId="{92FE445F-B3B1-4D7B-87F1-0D0C0F3BD69E}">
      <dsp:nvSpPr>
        <dsp:cNvPr id="0" name=""/>
        <dsp:cNvSpPr/>
      </dsp:nvSpPr>
      <dsp:spPr>
        <a:xfrm>
          <a:off x="1652831" y="4590317"/>
          <a:ext cx="1169987" cy="605767"/>
        </a:xfrm>
        <a:prstGeom prst="rect">
          <a:avLst/>
        </a:prstGeom>
        <a:solidFill>
          <a:srgbClr val="F616A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媽媽教室</a:t>
          </a:r>
        </a:p>
      </dsp:txBody>
      <dsp:txXfrm>
        <a:off x="1652831" y="4590317"/>
        <a:ext cx="1169987" cy="605767"/>
      </dsp:txXfrm>
    </dsp:sp>
    <dsp:sp modelId="{BF9912E4-82D3-4909-8B57-9648689BED50}">
      <dsp:nvSpPr>
        <dsp:cNvPr id="0" name=""/>
        <dsp:cNvSpPr/>
      </dsp:nvSpPr>
      <dsp:spPr>
        <a:xfrm>
          <a:off x="1886828" y="5061470"/>
          <a:ext cx="1052988" cy="201922"/>
        </a:xfrm>
        <a:prstGeom prst="rect">
          <a:avLst/>
        </a:prstGeom>
        <a:solidFill>
          <a:schemeClr val="lt1">
            <a:alpha val="90000"/>
            <a:hueOff val="0"/>
            <a:satOff val="0"/>
            <a:lumOff val="0"/>
            <a:alphaOff val="0"/>
          </a:schemeClr>
        </a:solidFill>
        <a:ln w="25400" cap="flat" cmpd="sng" algn="ctr">
          <a:solidFill>
            <a:schemeClr val="accent5">
              <a:hueOff val="-3547813"/>
              <a:satOff val="14218"/>
              <a:lumOff val="308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1886828" y="5061470"/>
        <a:ext cx="1052988" cy="201922"/>
      </dsp:txXfrm>
    </dsp:sp>
    <dsp:sp modelId="{D9F03EEA-D7C4-4AAF-91EB-7A982DD4F597}">
      <dsp:nvSpPr>
        <dsp:cNvPr id="0" name=""/>
        <dsp:cNvSpPr/>
      </dsp:nvSpPr>
      <dsp:spPr>
        <a:xfrm>
          <a:off x="1652831" y="5546084"/>
          <a:ext cx="1169987" cy="605767"/>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會長</a:t>
          </a:r>
        </a:p>
      </dsp:txBody>
      <dsp:txXfrm>
        <a:off x="1652831" y="5546084"/>
        <a:ext cx="1169987" cy="605767"/>
      </dsp:txXfrm>
    </dsp:sp>
    <dsp:sp modelId="{EEDB27C3-31BB-4278-9923-4BC20B4E5534}">
      <dsp:nvSpPr>
        <dsp:cNvPr id="0" name=""/>
        <dsp:cNvSpPr/>
      </dsp:nvSpPr>
      <dsp:spPr>
        <a:xfrm>
          <a:off x="1886828" y="6017237"/>
          <a:ext cx="1052988" cy="201922"/>
        </a:xfrm>
        <a:prstGeom prst="rect">
          <a:avLst/>
        </a:prstGeom>
        <a:solidFill>
          <a:schemeClr val="lt1">
            <a:alpha val="90000"/>
            <a:hueOff val="0"/>
            <a:satOff val="0"/>
            <a:lumOff val="0"/>
            <a:alphaOff val="0"/>
          </a:schemeClr>
        </a:solidFill>
        <a:ln w="25400" cap="flat" cmpd="sng" algn="ctr">
          <a:solidFill>
            <a:schemeClr val="accent5">
              <a:hueOff val="-4257376"/>
              <a:satOff val="17062"/>
              <a:lumOff val="369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1886828" y="6017237"/>
        <a:ext cx="1052988" cy="201922"/>
      </dsp:txXfrm>
    </dsp:sp>
    <dsp:sp modelId="{1873D627-9D74-466F-9301-27844A305CE7}">
      <dsp:nvSpPr>
        <dsp:cNvPr id="0" name=""/>
        <dsp:cNvSpPr/>
      </dsp:nvSpPr>
      <dsp:spPr>
        <a:xfrm>
          <a:off x="3222508" y="4590317"/>
          <a:ext cx="1169987" cy="605767"/>
        </a:xfrm>
        <a:prstGeom prst="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守望相助隊</a:t>
          </a:r>
        </a:p>
      </dsp:txBody>
      <dsp:txXfrm>
        <a:off x="3222508" y="4590317"/>
        <a:ext cx="1169987" cy="605767"/>
      </dsp:txXfrm>
    </dsp:sp>
    <dsp:sp modelId="{58EBC929-1AEB-4FCC-B47D-554C1563D611}">
      <dsp:nvSpPr>
        <dsp:cNvPr id="0" name=""/>
        <dsp:cNvSpPr/>
      </dsp:nvSpPr>
      <dsp:spPr>
        <a:xfrm>
          <a:off x="3456506" y="5061470"/>
          <a:ext cx="1052988" cy="201922"/>
        </a:xfrm>
        <a:prstGeom prst="rect">
          <a:avLst/>
        </a:prstGeom>
        <a:solidFill>
          <a:schemeClr val="lt1">
            <a:alpha val="90000"/>
            <a:hueOff val="0"/>
            <a:satOff val="0"/>
            <a:lumOff val="0"/>
            <a:alphaOff val="0"/>
          </a:schemeClr>
        </a:solidFill>
        <a:ln w="25400" cap="flat" cmpd="sng" algn="ctr">
          <a:solidFill>
            <a:schemeClr val="accent5">
              <a:hueOff val="-4966938"/>
              <a:satOff val="19906"/>
              <a:lumOff val="431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3456506" y="5061470"/>
        <a:ext cx="1052988" cy="201922"/>
      </dsp:txXfrm>
    </dsp:sp>
    <dsp:sp modelId="{41898485-27BA-41F0-80E4-823F7C088452}">
      <dsp:nvSpPr>
        <dsp:cNvPr id="0" name=""/>
        <dsp:cNvSpPr/>
      </dsp:nvSpPr>
      <dsp:spPr>
        <a:xfrm>
          <a:off x="3222508" y="5546084"/>
          <a:ext cx="1169987" cy="605767"/>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隊長</a:t>
          </a:r>
        </a:p>
      </dsp:txBody>
      <dsp:txXfrm>
        <a:off x="3222508" y="5546084"/>
        <a:ext cx="1169987" cy="605767"/>
      </dsp:txXfrm>
    </dsp:sp>
    <dsp:sp modelId="{0881ADDF-C65B-43AE-85C9-AB1B701B1DF1}">
      <dsp:nvSpPr>
        <dsp:cNvPr id="0" name=""/>
        <dsp:cNvSpPr/>
      </dsp:nvSpPr>
      <dsp:spPr>
        <a:xfrm>
          <a:off x="3456506" y="6017237"/>
          <a:ext cx="1052988" cy="201922"/>
        </a:xfrm>
        <a:prstGeom prst="rect">
          <a:avLst/>
        </a:prstGeom>
        <a:solidFill>
          <a:schemeClr val="lt1">
            <a:alpha val="90000"/>
            <a:hueOff val="0"/>
            <a:satOff val="0"/>
            <a:lumOff val="0"/>
            <a:alphaOff val="0"/>
          </a:schemeClr>
        </a:solidFill>
        <a:ln w="25400" cap="flat" cmpd="sng" algn="ctr">
          <a:solidFill>
            <a:schemeClr val="accent5">
              <a:hueOff val="-5676501"/>
              <a:satOff val="22749"/>
              <a:lumOff val="493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3456506" y="6017237"/>
        <a:ext cx="1052988" cy="201922"/>
      </dsp:txXfrm>
    </dsp:sp>
    <dsp:sp modelId="{28F22CE4-A3D4-4B92-948F-953144057E9A}">
      <dsp:nvSpPr>
        <dsp:cNvPr id="0" name=""/>
        <dsp:cNvSpPr/>
      </dsp:nvSpPr>
      <dsp:spPr>
        <a:xfrm>
          <a:off x="4792186" y="4590317"/>
          <a:ext cx="1169987" cy="605767"/>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志工隊</a:t>
          </a:r>
        </a:p>
      </dsp:txBody>
      <dsp:txXfrm>
        <a:off x="4792186" y="4590317"/>
        <a:ext cx="1169987" cy="605767"/>
      </dsp:txXfrm>
    </dsp:sp>
    <dsp:sp modelId="{7DD0C13D-07C2-4D41-B42F-E5CEEC7182E1}">
      <dsp:nvSpPr>
        <dsp:cNvPr id="0" name=""/>
        <dsp:cNvSpPr/>
      </dsp:nvSpPr>
      <dsp:spPr>
        <a:xfrm>
          <a:off x="5026184" y="5061470"/>
          <a:ext cx="1052988" cy="201922"/>
        </a:xfrm>
        <a:prstGeom prst="rect">
          <a:avLst/>
        </a:prstGeom>
        <a:solidFill>
          <a:schemeClr val="lt1">
            <a:alpha val="90000"/>
            <a:hueOff val="0"/>
            <a:satOff val="0"/>
            <a:lumOff val="0"/>
            <a:alphaOff val="0"/>
          </a:schemeClr>
        </a:solidFill>
        <a:ln w="25400" cap="flat" cmpd="sng" algn="ctr">
          <a:solidFill>
            <a:schemeClr val="accent5">
              <a:hueOff val="-6386063"/>
              <a:satOff val="25593"/>
              <a:lumOff val="554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5026184" y="5061470"/>
        <a:ext cx="1052988" cy="201922"/>
      </dsp:txXfrm>
    </dsp:sp>
    <dsp:sp modelId="{B7343944-6A81-4980-990E-813C03DEFD02}">
      <dsp:nvSpPr>
        <dsp:cNvPr id="0" name=""/>
        <dsp:cNvSpPr/>
      </dsp:nvSpPr>
      <dsp:spPr>
        <a:xfrm>
          <a:off x="4792186" y="5546084"/>
          <a:ext cx="1169987" cy="605767"/>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隊長</a:t>
          </a:r>
        </a:p>
      </dsp:txBody>
      <dsp:txXfrm>
        <a:off x="4792186" y="5546084"/>
        <a:ext cx="1169987" cy="605767"/>
      </dsp:txXfrm>
    </dsp:sp>
    <dsp:sp modelId="{5FBB6C56-43E7-470A-9862-7E05B1687F55}">
      <dsp:nvSpPr>
        <dsp:cNvPr id="0" name=""/>
        <dsp:cNvSpPr/>
      </dsp:nvSpPr>
      <dsp:spPr>
        <a:xfrm>
          <a:off x="5026184" y="6017237"/>
          <a:ext cx="1052988" cy="201922"/>
        </a:xfrm>
        <a:prstGeom prst="rect">
          <a:avLst/>
        </a:prstGeom>
        <a:solidFill>
          <a:schemeClr val="lt1">
            <a:alpha val="90000"/>
            <a:hueOff val="0"/>
            <a:satOff val="0"/>
            <a:lumOff val="0"/>
            <a:alphaOff val="0"/>
          </a:schemeClr>
        </a:solidFill>
        <a:ln w="25400" cap="flat" cmpd="sng" algn="ctr">
          <a:solidFill>
            <a:schemeClr val="accent5">
              <a:hueOff val="-7095626"/>
              <a:satOff val="28436"/>
              <a:lumOff val="616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5026184" y="6017237"/>
        <a:ext cx="1052988" cy="201922"/>
      </dsp:txXfrm>
    </dsp:sp>
    <dsp:sp modelId="{43AA0D8C-E3C0-427B-B079-BF96FE560576}">
      <dsp:nvSpPr>
        <dsp:cNvPr id="0" name=""/>
        <dsp:cNvSpPr/>
      </dsp:nvSpPr>
      <dsp:spPr>
        <a:xfrm>
          <a:off x="4007347" y="3634551"/>
          <a:ext cx="1169987" cy="605767"/>
        </a:xfrm>
        <a:prstGeom prst="rect">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會計</a:t>
          </a:r>
        </a:p>
      </dsp:txBody>
      <dsp:txXfrm>
        <a:off x="4007347" y="3634551"/>
        <a:ext cx="1169987" cy="605767"/>
      </dsp:txXfrm>
    </dsp:sp>
    <dsp:sp modelId="{E911A86C-6D52-41B3-A2D4-CDEBF9F3E941}">
      <dsp:nvSpPr>
        <dsp:cNvPr id="0" name=""/>
        <dsp:cNvSpPr/>
      </dsp:nvSpPr>
      <dsp:spPr>
        <a:xfrm>
          <a:off x="4241345" y="4105703"/>
          <a:ext cx="1052988" cy="201922"/>
        </a:xfrm>
        <a:prstGeom prst="rect">
          <a:avLst/>
        </a:prstGeom>
        <a:solidFill>
          <a:schemeClr val="lt1">
            <a:alpha val="90000"/>
            <a:hueOff val="0"/>
            <a:satOff val="0"/>
            <a:lumOff val="0"/>
            <a:alphaOff val="0"/>
          </a:schemeClr>
        </a:solidFill>
        <a:ln w="25400" cap="flat" cmpd="sng" algn="ctr">
          <a:solidFill>
            <a:schemeClr val="accent5">
              <a:hueOff val="-7805188"/>
              <a:satOff val="31280"/>
              <a:lumOff val="677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4241345" y="4105703"/>
        <a:ext cx="1052988" cy="201922"/>
      </dsp:txXfrm>
    </dsp:sp>
    <dsp:sp modelId="{F2B8371B-8368-469C-BEEC-A4F77F961886}">
      <dsp:nvSpPr>
        <dsp:cNvPr id="0" name=""/>
        <dsp:cNvSpPr/>
      </dsp:nvSpPr>
      <dsp:spPr>
        <a:xfrm>
          <a:off x="5577025" y="3634551"/>
          <a:ext cx="1169987" cy="605767"/>
        </a:xfrm>
        <a:prstGeom prst="rect">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出納</a:t>
          </a:r>
        </a:p>
      </dsp:txBody>
      <dsp:txXfrm>
        <a:off x="5577025" y="3634551"/>
        <a:ext cx="1169987" cy="605767"/>
      </dsp:txXfrm>
    </dsp:sp>
    <dsp:sp modelId="{528071B9-D4EB-437F-AB06-47C659711DAC}">
      <dsp:nvSpPr>
        <dsp:cNvPr id="0" name=""/>
        <dsp:cNvSpPr/>
      </dsp:nvSpPr>
      <dsp:spPr>
        <a:xfrm>
          <a:off x="5811023" y="4105703"/>
          <a:ext cx="1052988" cy="201922"/>
        </a:xfrm>
        <a:prstGeom prst="rect">
          <a:avLst/>
        </a:prstGeom>
        <a:solidFill>
          <a:schemeClr val="lt1">
            <a:alpha val="90000"/>
            <a:hueOff val="0"/>
            <a:satOff val="0"/>
            <a:lumOff val="0"/>
            <a:alphaOff val="0"/>
          </a:schemeClr>
        </a:solidFill>
        <a:ln w="25400" cap="flat" cmpd="sng" algn="ctr">
          <a:solidFill>
            <a:schemeClr val="accent5">
              <a:hueOff val="-8514751"/>
              <a:satOff val="34124"/>
              <a:lumOff val="739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5811023" y="4105703"/>
        <a:ext cx="1052988" cy="201922"/>
      </dsp:txXfrm>
    </dsp:sp>
    <dsp:sp modelId="{12E1F087-8D27-4372-BDE0-0ACAF0AE1B3B}">
      <dsp:nvSpPr>
        <dsp:cNvPr id="0" name=""/>
        <dsp:cNvSpPr/>
      </dsp:nvSpPr>
      <dsp:spPr>
        <a:xfrm>
          <a:off x="6041768" y="1735429"/>
          <a:ext cx="2112178" cy="605767"/>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監事會</a:t>
          </a:r>
        </a:p>
      </dsp:txBody>
      <dsp:txXfrm>
        <a:off x="6041768" y="1735429"/>
        <a:ext cx="2112178" cy="605767"/>
      </dsp:txXfrm>
    </dsp:sp>
    <dsp:sp modelId="{F1BA1082-0B27-4685-9A7D-9F998FD8777B}">
      <dsp:nvSpPr>
        <dsp:cNvPr id="0" name=""/>
        <dsp:cNvSpPr/>
      </dsp:nvSpPr>
      <dsp:spPr>
        <a:xfrm>
          <a:off x="6739361" y="2194170"/>
          <a:ext cx="1052988" cy="201922"/>
        </a:xfrm>
        <a:prstGeom prst="rect">
          <a:avLst/>
        </a:prstGeom>
        <a:solidFill>
          <a:schemeClr val="lt1">
            <a:alpha val="90000"/>
            <a:hueOff val="0"/>
            <a:satOff val="0"/>
            <a:lumOff val="0"/>
            <a:alphaOff val="0"/>
          </a:schemeClr>
        </a:solidFill>
        <a:ln w="25400" cap="flat" cmpd="sng" algn="ctr">
          <a:solidFill>
            <a:schemeClr val="accent5">
              <a:hueOff val="-9224313"/>
              <a:satOff val="36967"/>
              <a:lumOff val="801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6739361" y="2194170"/>
        <a:ext cx="1052988" cy="201922"/>
      </dsp:txXfrm>
    </dsp:sp>
    <dsp:sp modelId="{E4BF637A-3AD1-4BAE-A32B-3787741C5AD3}">
      <dsp:nvSpPr>
        <dsp:cNvPr id="0" name=""/>
        <dsp:cNvSpPr/>
      </dsp:nvSpPr>
      <dsp:spPr>
        <a:xfrm>
          <a:off x="6261532" y="2678784"/>
          <a:ext cx="1657649" cy="605767"/>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85481" numCol="1" spcCol="1270" anchor="ctr" anchorCtr="0">
          <a:noAutofit/>
        </a:bodyPr>
        <a:lstStyle/>
        <a:p>
          <a:pPr marL="0" lvl="0" indent="0" algn="ctr" defTabSz="711200">
            <a:lnSpc>
              <a:spcPct val="90000"/>
            </a:lnSpc>
            <a:spcBef>
              <a:spcPct val="0"/>
            </a:spcBef>
            <a:spcAft>
              <a:spcPct val="35000"/>
            </a:spcAft>
            <a:buNone/>
          </a:pPr>
          <a:r>
            <a:rPr lang="zh-TW" altLang="en-US" sz="1600" kern="1200" dirty="0">
              <a:solidFill>
                <a:schemeClr val="tx1"/>
              </a:solidFill>
            </a:rPr>
            <a:t>常務監事</a:t>
          </a:r>
        </a:p>
      </dsp:txBody>
      <dsp:txXfrm>
        <a:off x="6261532" y="2678784"/>
        <a:ext cx="1657649" cy="605767"/>
      </dsp:txXfrm>
    </dsp:sp>
    <dsp:sp modelId="{21089F5E-BB92-4F79-87E6-62FF17A10F5F}">
      <dsp:nvSpPr>
        <dsp:cNvPr id="0" name=""/>
        <dsp:cNvSpPr/>
      </dsp:nvSpPr>
      <dsp:spPr>
        <a:xfrm>
          <a:off x="6739361" y="3149936"/>
          <a:ext cx="1052988" cy="201922"/>
        </a:xfrm>
        <a:prstGeom prst="rect">
          <a:avLst/>
        </a:prstGeom>
        <a:solidFill>
          <a:schemeClr val="lt1">
            <a:alpha val="90000"/>
            <a:hueOff val="0"/>
            <a:satOff val="0"/>
            <a:lumOff val="0"/>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endParaRPr lang="zh-TW" altLang="en-US" sz="1300" kern="1200">
            <a:solidFill>
              <a:schemeClr val="tx1"/>
            </a:solidFill>
          </a:endParaRPr>
        </a:p>
      </dsp:txBody>
      <dsp:txXfrm>
        <a:off x="6739361" y="3149936"/>
        <a:ext cx="1052988" cy="2019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7CC74C-22E9-415E-BA4C-58461279FD8F}">
      <dsp:nvSpPr>
        <dsp:cNvPr id="0" name=""/>
        <dsp:cNvSpPr/>
      </dsp:nvSpPr>
      <dsp:spPr>
        <a:xfrm>
          <a:off x="5832716" y="3444730"/>
          <a:ext cx="399195" cy="91440"/>
        </a:xfrm>
        <a:custGeom>
          <a:avLst/>
          <a:gdLst/>
          <a:ahLst/>
          <a:cxnLst/>
          <a:rect l="0" t="0" r="0" b="0"/>
          <a:pathLst>
            <a:path>
              <a:moveTo>
                <a:pt x="0" y="45720"/>
              </a:moveTo>
              <a:lnTo>
                <a:pt x="399195" y="45720"/>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TW" altLang="en-US" sz="500" kern="1200"/>
        </a:p>
      </dsp:txBody>
      <dsp:txXfrm>
        <a:off x="6022334" y="3480470"/>
        <a:ext cx="19959" cy="19959"/>
      </dsp:txXfrm>
    </dsp:sp>
    <dsp:sp modelId="{14CDEED1-E7C0-4604-95D5-46EBE8CACBEB}">
      <dsp:nvSpPr>
        <dsp:cNvPr id="0" name=""/>
        <dsp:cNvSpPr/>
      </dsp:nvSpPr>
      <dsp:spPr>
        <a:xfrm>
          <a:off x="3437542" y="2919953"/>
          <a:ext cx="399195" cy="570496"/>
        </a:xfrm>
        <a:custGeom>
          <a:avLst/>
          <a:gdLst/>
          <a:ahLst/>
          <a:cxnLst/>
          <a:rect l="0" t="0" r="0" b="0"/>
          <a:pathLst>
            <a:path>
              <a:moveTo>
                <a:pt x="0" y="0"/>
              </a:moveTo>
              <a:lnTo>
                <a:pt x="199597" y="0"/>
              </a:lnTo>
              <a:lnTo>
                <a:pt x="199597" y="570496"/>
              </a:lnTo>
              <a:lnTo>
                <a:pt x="399195" y="57049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TW" altLang="en-US" sz="500" kern="1200"/>
        </a:p>
      </dsp:txBody>
      <dsp:txXfrm>
        <a:off x="3619733" y="3187794"/>
        <a:ext cx="34814" cy="34814"/>
      </dsp:txXfrm>
    </dsp:sp>
    <dsp:sp modelId="{8F77C3A2-AA8B-4F23-8FB6-FEFCFCDBC603}">
      <dsp:nvSpPr>
        <dsp:cNvPr id="0" name=""/>
        <dsp:cNvSpPr/>
      </dsp:nvSpPr>
      <dsp:spPr>
        <a:xfrm>
          <a:off x="5832716" y="2349456"/>
          <a:ext cx="399195" cy="380331"/>
        </a:xfrm>
        <a:custGeom>
          <a:avLst/>
          <a:gdLst/>
          <a:ahLst/>
          <a:cxnLst/>
          <a:rect l="0" t="0" r="0" b="0"/>
          <a:pathLst>
            <a:path>
              <a:moveTo>
                <a:pt x="0" y="0"/>
              </a:moveTo>
              <a:lnTo>
                <a:pt x="199597" y="0"/>
              </a:lnTo>
              <a:lnTo>
                <a:pt x="199597" y="380331"/>
              </a:lnTo>
              <a:lnTo>
                <a:pt x="399195" y="380331"/>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TW" altLang="en-US" sz="500" kern="1200"/>
        </a:p>
      </dsp:txBody>
      <dsp:txXfrm>
        <a:off x="6018530" y="2525837"/>
        <a:ext cx="27568" cy="27568"/>
      </dsp:txXfrm>
    </dsp:sp>
    <dsp:sp modelId="{A267631E-D8B7-4618-9405-0AD13FF12E3D}">
      <dsp:nvSpPr>
        <dsp:cNvPr id="0" name=""/>
        <dsp:cNvSpPr/>
      </dsp:nvSpPr>
      <dsp:spPr>
        <a:xfrm>
          <a:off x="5832716" y="1969124"/>
          <a:ext cx="399195" cy="380331"/>
        </a:xfrm>
        <a:custGeom>
          <a:avLst/>
          <a:gdLst/>
          <a:ahLst/>
          <a:cxnLst/>
          <a:rect l="0" t="0" r="0" b="0"/>
          <a:pathLst>
            <a:path>
              <a:moveTo>
                <a:pt x="0" y="380331"/>
              </a:moveTo>
              <a:lnTo>
                <a:pt x="199597" y="380331"/>
              </a:lnTo>
              <a:lnTo>
                <a:pt x="199597" y="0"/>
              </a:lnTo>
              <a:lnTo>
                <a:pt x="399195" y="0"/>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TW" altLang="en-US" sz="500" kern="1200"/>
        </a:p>
      </dsp:txBody>
      <dsp:txXfrm>
        <a:off x="6018530" y="2145506"/>
        <a:ext cx="27568" cy="27568"/>
      </dsp:txXfrm>
    </dsp:sp>
    <dsp:sp modelId="{612633E4-1E51-4039-8F9A-E0B01DB3C96B}">
      <dsp:nvSpPr>
        <dsp:cNvPr id="0" name=""/>
        <dsp:cNvSpPr/>
      </dsp:nvSpPr>
      <dsp:spPr>
        <a:xfrm>
          <a:off x="3437542" y="2349456"/>
          <a:ext cx="399195" cy="570496"/>
        </a:xfrm>
        <a:custGeom>
          <a:avLst/>
          <a:gdLst/>
          <a:ahLst/>
          <a:cxnLst/>
          <a:rect l="0" t="0" r="0" b="0"/>
          <a:pathLst>
            <a:path>
              <a:moveTo>
                <a:pt x="0" y="570496"/>
              </a:moveTo>
              <a:lnTo>
                <a:pt x="199597" y="570496"/>
              </a:lnTo>
              <a:lnTo>
                <a:pt x="199597" y="0"/>
              </a:lnTo>
              <a:lnTo>
                <a:pt x="399195" y="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TW" altLang="en-US" sz="500" kern="1200"/>
        </a:p>
      </dsp:txBody>
      <dsp:txXfrm>
        <a:off x="3619733" y="2617297"/>
        <a:ext cx="34814" cy="34814"/>
      </dsp:txXfrm>
    </dsp:sp>
    <dsp:sp modelId="{EFEE25DD-F79A-4E03-955B-5E08E8637AB8}">
      <dsp:nvSpPr>
        <dsp:cNvPr id="0" name=""/>
        <dsp:cNvSpPr/>
      </dsp:nvSpPr>
      <dsp:spPr>
        <a:xfrm rot="16200000">
          <a:off x="1313018" y="-711708"/>
          <a:ext cx="810594" cy="3436630"/>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vert"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TW" altLang="en-US" sz="2300" kern="1200" dirty="0"/>
            <a:t>致詞</a:t>
          </a:r>
          <a:r>
            <a:rPr lang="en-US" altLang="zh-TW" sz="2300" kern="1200" dirty="0"/>
            <a:t>(</a:t>
          </a:r>
          <a:r>
            <a:rPr lang="zh-TW" altLang="en-US" sz="2300" kern="1200" dirty="0"/>
            <a:t>主席、來賓</a:t>
          </a:r>
          <a:r>
            <a:rPr lang="en-US" altLang="zh-TW" sz="2300" kern="1200" dirty="0"/>
            <a:t>)</a:t>
          </a:r>
          <a:endParaRPr lang="zh-TW" altLang="en-US" sz="2300" kern="1200" dirty="0"/>
        </a:p>
      </dsp:txBody>
      <dsp:txXfrm>
        <a:off x="1313018" y="-711708"/>
        <a:ext cx="810594" cy="3436630"/>
      </dsp:txXfrm>
    </dsp:sp>
    <dsp:sp modelId="{1619D4DB-2E7B-46E8-97FF-F92AFABD4E65}">
      <dsp:nvSpPr>
        <dsp:cNvPr id="0" name=""/>
        <dsp:cNvSpPr/>
      </dsp:nvSpPr>
      <dsp:spPr>
        <a:xfrm rot="16200000">
          <a:off x="1335370" y="1202036"/>
          <a:ext cx="768509" cy="3435833"/>
        </a:xfrm>
        <a:prstGeom prst="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vert"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TW" altLang="en-US" sz="2300" kern="1200" dirty="0"/>
            <a:t>工作報告</a:t>
          </a:r>
          <a:r>
            <a:rPr lang="en-US" altLang="zh-TW" sz="2300" kern="1200" dirty="0"/>
            <a:t>(</a:t>
          </a:r>
          <a:r>
            <a:rPr lang="zh-TW" altLang="en-US" sz="2300" kern="1200" dirty="0"/>
            <a:t>理事會、監事會</a:t>
          </a:r>
          <a:r>
            <a:rPr lang="en-US" altLang="zh-TW" sz="2300" kern="1200" dirty="0"/>
            <a:t>)</a:t>
          </a:r>
          <a:endParaRPr lang="zh-TW" altLang="en-US" sz="2300" kern="1200" dirty="0"/>
        </a:p>
      </dsp:txBody>
      <dsp:txXfrm>
        <a:off x="1335370" y="1202036"/>
        <a:ext cx="768509" cy="3435833"/>
      </dsp:txXfrm>
    </dsp:sp>
    <dsp:sp modelId="{2D973993-F751-4FFE-93F5-0161F6238C77}">
      <dsp:nvSpPr>
        <dsp:cNvPr id="0" name=""/>
        <dsp:cNvSpPr/>
      </dsp:nvSpPr>
      <dsp:spPr>
        <a:xfrm>
          <a:off x="3836738" y="2045191"/>
          <a:ext cx="1995978" cy="608530"/>
        </a:xfrm>
        <a:prstGeom prst="rect">
          <a:avLst/>
        </a:prstGeom>
        <a:solidFill>
          <a:srgbClr val="0000C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TW" altLang="en-US" sz="2300" kern="1200" dirty="0"/>
            <a:t>提案討論</a:t>
          </a:r>
        </a:p>
      </dsp:txBody>
      <dsp:txXfrm>
        <a:off x="3836738" y="2045191"/>
        <a:ext cx="1995978" cy="608530"/>
      </dsp:txXfrm>
    </dsp:sp>
    <dsp:sp modelId="{0F83FCD9-D035-419F-91EA-73081C71BB4D}">
      <dsp:nvSpPr>
        <dsp:cNvPr id="0" name=""/>
        <dsp:cNvSpPr/>
      </dsp:nvSpPr>
      <dsp:spPr>
        <a:xfrm>
          <a:off x="6231912" y="1664859"/>
          <a:ext cx="1995978" cy="608530"/>
        </a:xfrm>
        <a:prstGeom prst="rect">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TW" altLang="en-US" sz="2300" kern="1200" dirty="0"/>
            <a:t>既定議案</a:t>
          </a:r>
        </a:p>
      </dsp:txBody>
      <dsp:txXfrm>
        <a:off x="6231912" y="1664859"/>
        <a:ext cx="1995978" cy="608530"/>
      </dsp:txXfrm>
    </dsp:sp>
    <dsp:sp modelId="{2CB2147B-81A7-4F27-A671-E557929370CA}">
      <dsp:nvSpPr>
        <dsp:cNvPr id="0" name=""/>
        <dsp:cNvSpPr/>
      </dsp:nvSpPr>
      <dsp:spPr>
        <a:xfrm>
          <a:off x="6231912" y="2425522"/>
          <a:ext cx="1995978" cy="608530"/>
        </a:xfrm>
        <a:prstGeom prst="rect">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TW" altLang="en-US" sz="2300" kern="1200" dirty="0"/>
            <a:t>臨時動議</a:t>
          </a:r>
        </a:p>
      </dsp:txBody>
      <dsp:txXfrm>
        <a:off x="6231912" y="2425522"/>
        <a:ext cx="1995978" cy="608530"/>
      </dsp:txXfrm>
    </dsp:sp>
    <dsp:sp modelId="{32667B61-7A34-421F-8A61-B24E2A083970}">
      <dsp:nvSpPr>
        <dsp:cNvPr id="0" name=""/>
        <dsp:cNvSpPr/>
      </dsp:nvSpPr>
      <dsp:spPr>
        <a:xfrm>
          <a:off x="3836738" y="3186185"/>
          <a:ext cx="1995978" cy="608530"/>
        </a:xfrm>
        <a:prstGeom prst="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TW" altLang="en-US" sz="2300" kern="1200" dirty="0"/>
            <a:t>選舉</a:t>
          </a:r>
        </a:p>
      </dsp:txBody>
      <dsp:txXfrm>
        <a:off x="3836738" y="3186185"/>
        <a:ext cx="1995978" cy="608530"/>
      </dsp:txXfrm>
    </dsp:sp>
    <dsp:sp modelId="{BA442515-664D-4DE8-BE5C-ABFF4DD41684}">
      <dsp:nvSpPr>
        <dsp:cNvPr id="0" name=""/>
        <dsp:cNvSpPr/>
      </dsp:nvSpPr>
      <dsp:spPr>
        <a:xfrm>
          <a:off x="6231912" y="3186185"/>
          <a:ext cx="1995978" cy="608530"/>
        </a:xfrm>
        <a:prstGeom prst="rect">
          <a:avLst/>
        </a:prstGeom>
        <a:solidFill>
          <a:schemeClr val="tx2">
            <a:lumMod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TW" altLang="en-US" sz="2300" kern="1200" dirty="0"/>
            <a:t>如無則免</a:t>
          </a:r>
        </a:p>
      </dsp:txBody>
      <dsp:txXfrm>
        <a:off x="6231912" y="3186185"/>
        <a:ext cx="1995978" cy="608530"/>
      </dsp:txXfrm>
    </dsp:sp>
  </dsp:spTree>
</dsp:drawing>
</file>

<file path=ppt/diagrams/layout1.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微軟正黑體" pitchFamily="34" charset="-120"/>
              </a:defRPr>
            </a:lvl1pPr>
          </a:lstStyle>
          <a:p>
            <a:endParaRPr lang="zh-TW" altLang="en-US" dirty="0"/>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微軟正黑體" pitchFamily="34" charset="-120"/>
              </a:defRPr>
            </a:lvl1pPr>
          </a:lstStyle>
          <a:p>
            <a:fld id="{626B5363-5DBF-4780-A23C-FFFBA0258F5B}" type="datetimeFigureOut">
              <a:rPr lang="zh-TW" altLang="en-US" smtClean="0"/>
              <a:pPr/>
              <a:t>2026/4/7</a:t>
            </a:fld>
            <a:endParaRPr lang="zh-TW" altLang="en-US" dirty="0"/>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dirty="0"/>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微軟正黑體" pitchFamily="34" charset="-120"/>
              </a:defRPr>
            </a:lvl1pPr>
          </a:lstStyle>
          <a:p>
            <a:endParaRPr lang="zh-TW" altLang="en-US" dirty="0"/>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微軟正黑體" pitchFamily="34" charset="-120"/>
              </a:defRPr>
            </a:lvl1pPr>
          </a:lstStyle>
          <a:p>
            <a:fld id="{462646DE-E30A-4D72-9D19-084243D3FAA4}" type="slidenum">
              <a:rPr lang="zh-TW" altLang="en-US" smtClean="0"/>
              <a:pPr/>
              <a:t>‹#›</a:t>
            </a:fld>
            <a:endParaRPr lang="zh-TW" altLang="en-US" dirty="0"/>
          </a:p>
        </p:txBody>
      </p:sp>
    </p:spTree>
    <p:extLst>
      <p:ext uri="{BB962C8B-B14F-4D97-AF65-F5344CB8AC3E}">
        <p14:creationId xmlns:p14="http://schemas.microsoft.com/office/powerpoint/2010/main" val="1562228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軟正黑體" pitchFamily="34" charset="-120"/>
        <a:cs typeface="+mn-cs"/>
      </a:defRPr>
    </a:lvl1pPr>
    <a:lvl2pPr marL="457200" algn="l" defTabSz="914400" rtl="0" eaLnBrk="1" latinLnBrk="0" hangingPunct="1">
      <a:defRPr sz="1200" kern="1200">
        <a:solidFill>
          <a:schemeClr val="tx1"/>
        </a:solidFill>
        <a:latin typeface="+mn-lt"/>
        <a:ea typeface="微軟正黑體" pitchFamily="34" charset="-120"/>
        <a:cs typeface="+mn-cs"/>
      </a:defRPr>
    </a:lvl2pPr>
    <a:lvl3pPr marL="914400" algn="l" defTabSz="914400" rtl="0" eaLnBrk="1" latinLnBrk="0" hangingPunct="1">
      <a:defRPr sz="1200" kern="1200">
        <a:solidFill>
          <a:schemeClr val="tx1"/>
        </a:solidFill>
        <a:latin typeface="+mn-lt"/>
        <a:ea typeface="微軟正黑體" pitchFamily="34" charset="-120"/>
        <a:cs typeface="+mn-cs"/>
      </a:defRPr>
    </a:lvl3pPr>
    <a:lvl4pPr marL="1371600" algn="l" defTabSz="914400" rtl="0" eaLnBrk="1" latinLnBrk="0" hangingPunct="1">
      <a:defRPr sz="1200" kern="1200">
        <a:solidFill>
          <a:schemeClr val="tx1"/>
        </a:solidFill>
        <a:latin typeface="+mn-lt"/>
        <a:ea typeface="微軟正黑體" pitchFamily="34" charset="-120"/>
        <a:cs typeface="+mn-cs"/>
      </a:defRPr>
    </a:lvl4pPr>
    <a:lvl5pPr marL="1828800" algn="l" defTabSz="914400" rtl="0" eaLnBrk="1" latinLnBrk="0" hangingPunct="1">
      <a:defRPr sz="1200" kern="1200">
        <a:solidFill>
          <a:schemeClr val="tx1"/>
        </a:solidFill>
        <a:latin typeface="+mn-lt"/>
        <a:ea typeface="微軟正黑體" pitchFamily="34"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62646DE-E30A-4D72-9D19-084243D3FAA4}" type="slidenum">
              <a:rPr lang="zh-TW" altLang="en-US" smtClean="0"/>
              <a:pPr/>
              <a:t>3</a:t>
            </a:fld>
            <a:endParaRPr lang="zh-TW" altLang="en-US" dirty="0"/>
          </a:p>
        </p:txBody>
      </p:sp>
    </p:spTree>
    <p:extLst>
      <p:ext uri="{BB962C8B-B14F-4D97-AF65-F5344CB8AC3E}">
        <p14:creationId xmlns:p14="http://schemas.microsoft.com/office/powerpoint/2010/main" val="1582116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投影片圖像版面配置區 1"/>
          <p:cNvSpPr>
            <a:spLocks noGrp="1" noRot="1" noChangeAspect="1" noTextEdit="1"/>
          </p:cNvSpPr>
          <p:nvPr>
            <p:ph type="sldImg"/>
          </p:nvPr>
        </p:nvSpPr>
        <p:spPr>
          <a:xfrm>
            <a:off x="917575" y="744538"/>
            <a:ext cx="4962525" cy="3722687"/>
          </a:xfrm>
          <a:ln/>
        </p:spPr>
      </p:sp>
      <p:sp>
        <p:nvSpPr>
          <p:cNvPr id="95235" name="備忘稿版面配置區 2"/>
          <p:cNvSpPr>
            <a:spLocks noGrp="1"/>
          </p:cNvSpPr>
          <p:nvPr>
            <p:ph type="body" idx="1"/>
          </p:nvPr>
        </p:nvSpPr>
        <p:spPr>
          <a:noFill/>
        </p:spPr>
        <p:txBody>
          <a:bodyPr/>
          <a:lstStyle/>
          <a:p>
            <a:pPr eaLnBrk="1" hangingPunct="1">
              <a:spcBef>
                <a:spcPct val="0"/>
              </a:spcBef>
            </a:pPr>
            <a:endParaRPr lang="zh-TW" altLang="en-US"/>
          </a:p>
        </p:txBody>
      </p:sp>
      <p:sp>
        <p:nvSpPr>
          <p:cNvPr id="132099" name="投影片編號版面配置區 3"/>
          <p:cNvSpPr txBox="1">
            <a:spLocks noGrp="1"/>
          </p:cNvSpPr>
          <p:nvPr/>
        </p:nvSpPr>
        <p:spPr bwMode="auto">
          <a:xfrm>
            <a:off x="3849688" y="9428163"/>
            <a:ext cx="2946400" cy="496887"/>
          </a:xfrm>
          <a:prstGeom prst="rect">
            <a:avLst/>
          </a:prstGeom>
          <a:noFill/>
          <a:ln>
            <a:miter lim="800000"/>
            <a:headEnd/>
            <a:tailEnd/>
          </a:ln>
        </p:spPr>
        <p:txBody>
          <a:bodyPr anchor="b"/>
          <a:lstStyle>
            <a:lvl1pPr eaLnBrk="0" hangingPunct="0">
              <a:defRPr b="1">
                <a:solidFill>
                  <a:schemeClr val="tx1"/>
                </a:solidFill>
                <a:latin typeface="Arial" panose="020B0604020202020204" pitchFamily="34" charset="0"/>
                <a:ea typeface="新細明體" panose="02020500000000000000" pitchFamily="18" charset="-120"/>
              </a:defRPr>
            </a:lvl1pPr>
            <a:lvl2pPr marL="742950" indent="-285750" eaLnBrk="0" hangingPunct="0">
              <a:defRPr b="1">
                <a:solidFill>
                  <a:schemeClr val="tx1"/>
                </a:solidFill>
                <a:latin typeface="Arial" panose="020B0604020202020204" pitchFamily="34" charset="0"/>
                <a:ea typeface="新細明體" panose="02020500000000000000" pitchFamily="18" charset="-120"/>
              </a:defRPr>
            </a:lvl2pPr>
            <a:lvl3pPr marL="1143000" indent="-228600" eaLnBrk="0" hangingPunct="0">
              <a:defRPr b="1">
                <a:solidFill>
                  <a:schemeClr val="tx1"/>
                </a:solidFill>
                <a:latin typeface="Arial" panose="020B0604020202020204" pitchFamily="34" charset="0"/>
                <a:ea typeface="新細明體" panose="02020500000000000000" pitchFamily="18" charset="-120"/>
              </a:defRPr>
            </a:lvl3pPr>
            <a:lvl4pPr marL="1600200" indent="-228600" eaLnBrk="0" hangingPunct="0">
              <a:defRPr b="1">
                <a:solidFill>
                  <a:schemeClr val="tx1"/>
                </a:solidFill>
                <a:latin typeface="Arial" panose="020B0604020202020204" pitchFamily="34" charset="0"/>
                <a:ea typeface="新細明體" panose="02020500000000000000" pitchFamily="18" charset="-120"/>
              </a:defRPr>
            </a:lvl4pPr>
            <a:lvl5pPr marL="2057400" indent="-228600" eaLnBrk="0" hangingPunct="0">
              <a:defRPr b="1">
                <a:solidFill>
                  <a:schemeClr val="tx1"/>
                </a:solidFill>
                <a:latin typeface="Arial" panose="020B0604020202020204" pitchFamily="34" charset="0"/>
                <a:ea typeface="新細明體" panose="02020500000000000000" pitchFamily="18" charset="-120"/>
              </a:defRPr>
            </a:lvl5pPr>
            <a:lvl6pPr marL="2514600" indent="-228600" algn="ctr" eaLnBrk="0" fontAlgn="base" hangingPunct="0">
              <a:spcBef>
                <a:spcPct val="0"/>
              </a:spcBef>
              <a:spcAft>
                <a:spcPct val="0"/>
              </a:spcAft>
              <a:defRPr b="1">
                <a:solidFill>
                  <a:schemeClr val="tx1"/>
                </a:solidFill>
                <a:latin typeface="Arial" panose="020B0604020202020204" pitchFamily="34" charset="0"/>
                <a:ea typeface="新細明體" panose="02020500000000000000" pitchFamily="18" charset="-120"/>
              </a:defRPr>
            </a:lvl6pPr>
            <a:lvl7pPr marL="2971800" indent="-228600" algn="ctr" eaLnBrk="0" fontAlgn="base" hangingPunct="0">
              <a:spcBef>
                <a:spcPct val="0"/>
              </a:spcBef>
              <a:spcAft>
                <a:spcPct val="0"/>
              </a:spcAft>
              <a:defRPr b="1">
                <a:solidFill>
                  <a:schemeClr val="tx1"/>
                </a:solidFill>
                <a:latin typeface="Arial" panose="020B0604020202020204" pitchFamily="34" charset="0"/>
                <a:ea typeface="新細明體" panose="02020500000000000000" pitchFamily="18" charset="-120"/>
              </a:defRPr>
            </a:lvl7pPr>
            <a:lvl8pPr marL="3429000" indent="-228600" algn="ctr" eaLnBrk="0" fontAlgn="base" hangingPunct="0">
              <a:spcBef>
                <a:spcPct val="0"/>
              </a:spcBef>
              <a:spcAft>
                <a:spcPct val="0"/>
              </a:spcAft>
              <a:defRPr b="1">
                <a:solidFill>
                  <a:schemeClr val="tx1"/>
                </a:solidFill>
                <a:latin typeface="Arial" panose="020B0604020202020204" pitchFamily="34" charset="0"/>
                <a:ea typeface="新細明體" panose="02020500000000000000" pitchFamily="18" charset="-120"/>
              </a:defRPr>
            </a:lvl8pPr>
            <a:lvl9pPr marL="3886200" indent="-228600" algn="ctr" eaLnBrk="0" fontAlgn="base" hangingPunct="0">
              <a:spcBef>
                <a:spcPct val="0"/>
              </a:spcBef>
              <a:spcAft>
                <a:spcPct val="0"/>
              </a:spcAft>
              <a:defRPr b="1">
                <a:solidFill>
                  <a:schemeClr val="tx1"/>
                </a:solidFill>
                <a:latin typeface="Arial" panose="020B0604020202020204" pitchFamily="34" charset="0"/>
                <a:ea typeface="新細明體" panose="02020500000000000000" pitchFamily="18" charset="-120"/>
              </a:defRPr>
            </a:lvl9pPr>
          </a:lstStyle>
          <a:p>
            <a:pPr algn="r" eaLnBrk="1" hangingPunct="1"/>
            <a:fld id="{A282CD76-8E72-4FCD-94D0-FA275310B3E6}" type="slidenum">
              <a:rPr lang="zh-TW" altLang="en-US" sz="1200" b="0">
                <a:latin typeface="Calibri" panose="020F0502020204030204" pitchFamily="34" charset="0"/>
              </a:rPr>
              <a:pPr algn="r" eaLnBrk="1" hangingPunct="1"/>
              <a:t>19</a:t>
            </a:fld>
            <a:endParaRPr lang="en-US" altLang="zh-TW" sz="1200" b="0">
              <a:latin typeface="Calibri" panose="020F0502020204030204" pitchFamily="34" charset="0"/>
            </a:endParaRPr>
          </a:p>
        </p:txBody>
      </p:sp>
    </p:spTree>
    <p:extLst>
      <p:ext uri="{BB962C8B-B14F-4D97-AF65-F5344CB8AC3E}">
        <p14:creationId xmlns:p14="http://schemas.microsoft.com/office/powerpoint/2010/main" val="2132256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8291D9C8-208D-42CD-9CB2-A45CF782AF07}" type="datetimeFigureOut">
              <a:rPr lang="zh-TW" altLang="en-US" smtClean="0"/>
              <a:pPr/>
              <a:t>2026/4/7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5BA97AB-9CDE-4688-A8E3-8F8C5F4571C5}"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291D9C8-208D-42CD-9CB2-A45CF782AF07}" type="datetimeFigureOut">
              <a:rPr lang="zh-TW" altLang="en-US" smtClean="0"/>
              <a:pPr/>
              <a:t>2026/4/7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5BA97AB-9CDE-4688-A8E3-8F8C5F4571C5}"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8291D9C8-208D-42CD-9CB2-A45CF782AF07}" type="datetimeFigureOut">
              <a:rPr lang="zh-TW" altLang="en-US" smtClean="0"/>
              <a:pPr/>
              <a:t>2026/4/7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5BA97AB-9CDE-4688-A8E3-8F8C5F4571C5}"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8291D9C8-208D-42CD-9CB2-A45CF782AF07}" type="datetimeFigureOut">
              <a:rPr lang="zh-TW" altLang="en-US" smtClean="0"/>
              <a:pPr/>
              <a:t>2026/4/7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5BA97AB-9CDE-4688-A8E3-8F8C5F4571C5}"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8291D9C8-208D-42CD-9CB2-A45CF782AF07}" type="datetimeFigureOut">
              <a:rPr lang="zh-TW" altLang="en-US" smtClean="0"/>
              <a:pPr/>
              <a:t>2026/4/7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85BA97AB-9CDE-4688-A8E3-8F8C5F4571C5}"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291D9C8-208D-42CD-9CB2-A45CF782AF07}" type="datetimeFigureOut">
              <a:rPr lang="zh-TW" altLang="en-US" smtClean="0"/>
              <a:pPr/>
              <a:t>2026/4/7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85BA97AB-9CDE-4688-A8E3-8F8C5F4571C5}"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291D9C8-208D-42CD-9CB2-A45CF782AF07}" type="datetimeFigureOut">
              <a:rPr lang="zh-TW" altLang="en-US" smtClean="0"/>
              <a:pPr/>
              <a:t>2026/4/7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85BA97AB-9CDE-4688-A8E3-8F8C5F4571C5}"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8291D9C8-208D-42CD-9CB2-A45CF782AF07}" type="datetimeFigureOut">
              <a:rPr lang="zh-TW" altLang="en-US" smtClean="0"/>
              <a:pPr/>
              <a:t>2026/4/7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5BA97AB-9CDE-4688-A8E3-8F8C5F4571C5}"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8291D9C8-208D-42CD-9CB2-A45CF782AF07}" type="datetimeFigureOut">
              <a:rPr lang="zh-TW" altLang="en-US" smtClean="0"/>
              <a:pPr/>
              <a:t>2026/4/7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5BA97AB-9CDE-4688-A8E3-8F8C5F4571C5}"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291D9C8-208D-42CD-9CB2-A45CF782AF07}" type="datetimeFigureOut">
              <a:rPr lang="zh-TW" altLang="en-US" smtClean="0"/>
              <a:pPr/>
              <a:t>2026/4/7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5BA97AB-9CDE-4688-A8E3-8F8C5F4571C5}"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291D9C8-208D-42CD-9CB2-A45CF782AF07}" type="datetimeFigureOut">
              <a:rPr lang="zh-TW" altLang="en-US" smtClean="0"/>
              <a:pPr/>
              <a:t>2026/4/7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5BA97AB-9CDE-4688-A8E3-8F8C5F4571C5}" type="slidenum">
              <a:rPr lang="zh-TW" altLang="en-US" smtClean="0"/>
              <a:pPr/>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152400"/>
            <a:ext cx="8229600" cy="60960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p:cNvSpPr>
            <a:spLocks noGrp="1" noChangeArrowheads="1"/>
          </p:cNvSpPr>
          <p:nvPr>
            <p:ph type="ftr" sz="quarter" idx="11"/>
          </p:nvPr>
        </p:nvSpPr>
        <p:spPr>
          <a:ln/>
        </p:spPr>
        <p:txBody>
          <a:bodyPr/>
          <a:lstStyle>
            <a:lvl1pPr>
              <a:defRPr/>
            </a:lvl1pPr>
          </a:lstStyle>
          <a:p>
            <a:pPr>
              <a:defRPr/>
            </a:pPr>
            <a:endParaRPr lang="zh-TW" altLang="en-US"/>
          </a:p>
        </p:txBody>
      </p:sp>
      <p:sp>
        <p:nvSpPr>
          <p:cNvPr id="5" name="Rectangle 6"/>
          <p:cNvSpPr>
            <a:spLocks noGrp="1" noChangeArrowheads="1"/>
          </p:cNvSpPr>
          <p:nvPr>
            <p:ph type="sldNum" sz="quarter" idx="12"/>
          </p:nvPr>
        </p:nvSpPr>
        <p:spPr>
          <a:ln/>
        </p:spPr>
        <p:txBody>
          <a:bodyPr/>
          <a:lstStyle>
            <a:lvl1pPr>
              <a:defRPr/>
            </a:lvl1pPr>
          </a:lstStyle>
          <a:p>
            <a:fld id="{D4EF6BB0-A2B0-4F91-AC2F-C53F589111C7}" type="slidenum">
              <a:rPr lang="zh-TW" altLang="en-US"/>
              <a:pPr/>
              <a:t>‹#›</a:t>
            </a:fld>
            <a:endParaRPr lang="en-US" altLang="zh-TW"/>
          </a:p>
        </p:txBody>
      </p:sp>
    </p:spTree>
    <p:extLst>
      <p:ext uri="{BB962C8B-B14F-4D97-AF65-F5344CB8AC3E}">
        <p14:creationId xmlns:p14="http://schemas.microsoft.com/office/powerpoint/2010/main" val="758171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152400"/>
            <a:ext cx="7772400" cy="1143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457200" y="1524000"/>
            <a:ext cx="4038600" cy="47244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524000"/>
            <a:ext cx="4038600" cy="47244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zh-TW" altLang="en-US"/>
          </a:p>
        </p:txBody>
      </p:sp>
      <p:sp>
        <p:nvSpPr>
          <p:cNvPr id="7" name="Rectangle 6"/>
          <p:cNvSpPr>
            <a:spLocks noGrp="1" noChangeArrowheads="1"/>
          </p:cNvSpPr>
          <p:nvPr>
            <p:ph type="sldNum" sz="quarter" idx="12"/>
          </p:nvPr>
        </p:nvSpPr>
        <p:spPr>
          <a:ln/>
        </p:spPr>
        <p:txBody>
          <a:bodyPr/>
          <a:lstStyle>
            <a:lvl1pPr>
              <a:defRPr/>
            </a:lvl1pPr>
          </a:lstStyle>
          <a:p>
            <a:fld id="{FE5E0530-6FF4-4D1E-A0E5-38769700A243}" type="slidenum">
              <a:rPr lang="zh-TW" altLang="en-US"/>
              <a:pPr/>
              <a:t>‹#›</a:t>
            </a:fld>
            <a:endParaRPr lang="en-US" altLang="zh-TW"/>
          </a:p>
        </p:txBody>
      </p:sp>
    </p:spTree>
    <p:extLst>
      <p:ext uri="{BB962C8B-B14F-4D97-AF65-F5344CB8AC3E}">
        <p14:creationId xmlns:p14="http://schemas.microsoft.com/office/powerpoint/2010/main" val="351944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57200" y="152400"/>
            <a:ext cx="7772400" cy="1143000"/>
          </a:xfrm>
        </p:spPr>
        <p:txBody>
          <a:bodyPr/>
          <a:lstStyle/>
          <a:p>
            <a:r>
              <a:rPr lang="zh-TW" altLang="en-US"/>
              <a:t>按一下以編輯母片標題樣式</a:t>
            </a:r>
          </a:p>
        </p:txBody>
      </p:sp>
      <p:sp>
        <p:nvSpPr>
          <p:cNvPr id="3" name="表格版面配置區 2"/>
          <p:cNvSpPr>
            <a:spLocks noGrp="1"/>
          </p:cNvSpPr>
          <p:nvPr>
            <p:ph type="tbl" idx="1"/>
          </p:nvPr>
        </p:nvSpPr>
        <p:spPr>
          <a:xfrm>
            <a:off x="457200" y="1524000"/>
            <a:ext cx="8229600" cy="4724400"/>
          </a:xfrm>
        </p:spPr>
        <p:txBody>
          <a:bodyPr/>
          <a:lstStyle/>
          <a:p>
            <a:pPr lvl="0"/>
            <a:endParaRPr lang="zh-TW"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zh-TW" altLang="en-US"/>
          </a:p>
        </p:txBody>
      </p:sp>
      <p:sp>
        <p:nvSpPr>
          <p:cNvPr id="6" name="Rectangle 6"/>
          <p:cNvSpPr>
            <a:spLocks noGrp="1" noChangeArrowheads="1"/>
          </p:cNvSpPr>
          <p:nvPr>
            <p:ph type="sldNum" sz="quarter" idx="12"/>
          </p:nvPr>
        </p:nvSpPr>
        <p:spPr>
          <a:ln/>
        </p:spPr>
        <p:txBody>
          <a:bodyPr/>
          <a:lstStyle>
            <a:lvl1pPr>
              <a:defRPr/>
            </a:lvl1pPr>
          </a:lstStyle>
          <a:p>
            <a:fld id="{A0781099-1EBE-4639-8326-7ED8A3EC090D}" type="slidenum">
              <a:rPr lang="zh-TW" altLang="en-US"/>
              <a:pPr/>
              <a:t>‹#›</a:t>
            </a:fld>
            <a:endParaRPr lang="en-US" altLang="zh-TW"/>
          </a:p>
        </p:txBody>
      </p:sp>
    </p:spTree>
    <p:extLst>
      <p:ext uri="{BB962C8B-B14F-4D97-AF65-F5344CB8AC3E}">
        <p14:creationId xmlns:p14="http://schemas.microsoft.com/office/powerpoint/2010/main" val="1732037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微軟正黑體" pitchFamily="34" charset="-120"/>
              </a:defRPr>
            </a:lvl1pPr>
          </a:lstStyle>
          <a:p>
            <a:fld id="{8291D9C8-208D-42CD-9CB2-A45CF782AF07}" type="datetimeFigureOut">
              <a:rPr lang="zh-TW" altLang="en-US" smtClean="0"/>
              <a:pPr/>
              <a:t>2026/4/7</a:t>
            </a:fld>
            <a:endParaRPr lang="zh-TW" altLang="en-US" dirty="0"/>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微軟正黑體" pitchFamily="34" charset="-120"/>
              </a:defRPr>
            </a:lvl1pPr>
          </a:lstStyle>
          <a:p>
            <a:endParaRPr lang="zh-TW" altLang="en-US" dirty="0"/>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ea typeface="微軟正黑體" pitchFamily="34" charset="-120"/>
              </a:defRPr>
            </a:lvl1pPr>
          </a:lstStyle>
          <a:p>
            <a:fld id="{85BA97AB-9CDE-4688-A8E3-8F8C5F4571C5}" type="slidenum">
              <a:rPr lang="zh-TW" altLang="en-US" smtClean="0"/>
              <a:pPr/>
              <a:t>‹#›</a:t>
            </a:fld>
            <a:endParaRPr lang="zh-TW"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spcBef>
          <a:spcPct val="0"/>
        </a:spcBef>
        <a:buNone/>
        <a:defRPr sz="4400" kern="1200">
          <a:solidFill>
            <a:schemeClr val="tx1"/>
          </a:solidFill>
          <a:latin typeface="+mj-lt"/>
          <a:ea typeface="微軟正黑體" pitchFamily="34" charset="-120"/>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微軟正黑體" pitchFamily="34" charset="-12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微軟正黑體" pitchFamily="34" charset="-120"/>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微軟正黑體" pitchFamily="34" charset="-120"/>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微軟正黑體" pitchFamily="34" charset="-120"/>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law.moj.gov.tw/"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ocial.chcg.gov.tw/files/8_1010709_%E7%A4%BE%E5%8D%80%E8%A9%95%E9%91%91%E6%8A%80%E5%B7%A7-%E8%AC%9D%E9%9B%85%E6%83%85.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zh-TW" altLang="en-US" sz="5400" dirty="0">
                <a:latin typeface="微軟正黑體" pitchFamily="34" charset="-120"/>
              </a:rPr>
              <a:t>健全社區財務制度</a:t>
            </a:r>
            <a:endParaRPr lang="zh-TW" altLang="en-US" sz="5400" dirty="0">
              <a:latin typeface="微軟正黑體" pitchFamily="34" charset="-120"/>
              <a:ea typeface="微軟正黑體" pitchFamily="34" charset="-120"/>
            </a:endParaRPr>
          </a:p>
        </p:txBody>
      </p:sp>
      <p:sp>
        <p:nvSpPr>
          <p:cNvPr id="3" name="副標題 2"/>
          <p:cNvSpPr>
            <a:spLocks noGrp="1"/>
          </p:cNvSpPr>
          <p:nvPr>
            <p:ph type="subTitle" idx="1"/>
          </p:nvPr>
        </p:nvSpPr>
        <p:spPr>
          <a:xfrm>
            <a:off x="1371600" y="3886200"/>
            <a:ext cx="7448872" cy="1752600"/>
          </a:xfrm>
        </p:spPr>
        <p:txBody>
          <a:bodyPr/>
          <a:lstStyle/>
          <a:p>
            <a:r>
              <a:rPr lang="zh-TW" altLang="en-US" b="1" dirty="0">
                <a:solidFill>
                  <a:schemeClr val="tx1"/>
                </a:solidFill>
              </a:rPr>
              <a:t>台灣社造聯盟  理事 </a:t>
            </a:r>
            <a:endParaRPr lang="en-US" altLang="zh-TW" b="1" dirty="0">
              <a:solidFill>
                <a:schemeClr val="tx1"/>
              </a:solidFill>
            </a:endParaRPr>
          </a:p>
          <a:p>
            <a:r>
              <a:rPr lang="zh-TW" altLang="en-US" b="1" dirty="0">
                <a:solidFill>
                  <a:schemeClr val="tx1"/>
                </a:solidFill>
              </a:rPr>
              <a:t> </a:t>
            </a:r>
            <a:r>
              <a:rPr lang="zh-TW" altLang="zh-TW" b="1" dirty="0">
                <a:solidFill>
                  <a:schemeClr val="tx1"/>
                </a:solidFill>
              </a:rPr>
              <a:t>李美玲</a:t>
            </a:r>
            <a:endParaRPr lang="zh-TW" altLang="en-US" b="1" dirty="0">
              <a:solidFill>
                <a:schemeClr val="tx1"/>
              </a:solidFill>
            </a:endParaRPr>
          </a:p>
        </p:txBody>
      </p:sp>
      <p:sp>
        <p:nvSpPr>
          <p:cNvPr id="4" name="矩形 3"/>
          <p:cNvSpPr/>
          <p:nvPr/>
        </p:nvSpPr>
        <p:spPr>
          <a:xfrm>
            <a:off x="1475656" y="990729"/>
            <a:ext cx="5724128" cy="646331"/>
          </a:xfrm>
          <a:prstGeom prst="rect">
            <a:avLst/>
          </a:prstGeom>
        </p:spPr>
        <p:txBody>
          <a:bodyPr wrap="square">
            <a:spAutoFit/>
          </a:bodyPr>
          <a:lstStyle/>
          <a:p>
            <a:r>
              <a:rPr lang="zh-TW" altLang="en-US" dirty="0"/>
              <a:t>臺東縣</a:t>
            </a:r>
            <a:r>
              <a:rPr lang="en-US" altLang="zh-TW" dirty="0"/>
              <a:t>115</a:t>
            </a:r>
            <a:r>
              <a:rPr lang="zh-TW" altLang="en-US" dirty="0"/>
              <a:t>年第</a:t>
            </a:r>
            <a:r>
              <a:rPr lang="en-US" altLang="zh-TW" dirty="0"/>
              <a:t>8</a:t>
            </a:r>
            <a:r>
              <a:rPr lang="zh-TW" altLang="en-US" dirty="0"/>
              <a:t>屆社區專業經理人培訓</a:t>
            </a:r>
            <a:br>
              <a:rPr lang="en-US" altLang="zh-TW" dirty="0">
                <a:latin typeface="微軟正黑體" pitchFamily="34" charset="-120"/>
              </a:rPr>
            </a:br>
            <a:endParaRPr lang="zh-TW"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zh-TW" altLang="en-US" dirty="0">
                <a:latin typeface="微軟正黑體" pitchFamily="34" charset="-120"/>
              </a:rPr>
              <a:t>一、前言</a:t>
            </a:r>
            <a:endParaRPr lang="zh-TW" altLang="en-US" dirty="0"/>
          </a:p>
        </p:txBody>
      </p:sp>
      <p:sp>
        <p:nvSpPr>
          <p:cNvPr id="3" name="內容版面配置區 2"/>
          <p:cNvSpPr>
            <a:spLocks noGrp="1"/>
          </p:cNvSpPr>
          <p:nvPr>
            <p:ph idx="1"/>
          </p:nvPr>
        </p:nvSpPr>
        <p:spPr/>
        <p:txBody>
          <a:bodyPr/>
          <a:lstStyle/>
          <a:p>
            <a:r>
              <a:rPr lang="zh-TW" altLang="en-US" dirty="0"/>
              <a:t>肯定自己努力的核心價值</a:t>
            </a:r>
            <a:endParaRPr lang="en-US" altLang="zh-TW" dirty="0"/>
          </a:p>
          <a:p>
            <a:r>
              <a:rPr lang="zh-TW" altLang="en-US" dirty="0"/>
              <a:t>評鑑指標作為參考</a:t>
            </a:r>
            <a:endParaRPr lang="en-US" altLang="zh-TW" dirty="0"/>
          </a:p>
          <a:p>
            <a:r>
              <a:rPr lang="zh-TW" altLang="en-US" dirty="0"/>
              <a:t>理解社區營運的三大面向</a:t>
            </a:r>
            <a:r>
              <a:rPr lang="en-US" altLang="zh-TW" dirty="0"/>
              <a:t>:</a:t>
            </a:r>
            <a:r>
              <a:rPr lang="zh-TW" altLang="en-US" dirty="0"/>
              <a:t>會務、財務、業務</a:t>
            </a:r>
            <a:endParaRPr lang="en-US" altLang="zh-TW" dirty="0"/>
          </a:p>
          <a:p>
            <a:r>
              <a:rPr lang="zh-TW" altLang="en-US" dirty="0"/>
              <a:t>有系統的讓自己學會社區營運的工作</a:t>
            </a:r>
            <a:endParaRPr lang="en-US" altLang="zh-TW"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zh-TW" altLang="en-US" dirty="0"/>
              <a:t>二、認識評鑑指標</a:t>
            </a:r>
          </a:p>
        </p:txBody>
      </p:sp>
      <p:sp>
        <p:nvSpPr>
          <p:cNvPr id="3" name="內容版面配置區 2"/>
          <p:cNvSpPr>
            <a:spLocks noGrp="1"/>
          </p:cNvSpPr>
          <p:nvPr>
            <p:ph idx="1"/>
          </p:nvPr>
        </p:nvSpPr>
        <p:spPr>
          <a:xfrm>
            <a:off x="457200" y="1600200"/>
            <a:ext cx="2746648" cy="4525963"/>
          </a:xfrm>
        </p:spPr>
        <p:txBody>
          <a:bodyPr>
            <a:normAutofit/>
          </a:bodyPr>
          <a:lstStyle/>
          <a:p>
            <a:r>
              <a:rPr lang="zh-TW" altLang="en-US" sz="4800" dirty="0"/>
              <a:t>會務</a:t>
            </a:r>
            <a:endParaRPr lang="en-US" altLang="zh-TW" sz="4800" dirty="0"/>
          </a:p>
          <a:p>
            <a:r>
              <a:rPr lang="zh-TW" altLang="en-US" sz="4800" dirty="0"/>
              <a:t>財務</a:t>
            </a:r>
            <a:endParaRPr lang="en-US" altLang="zh-TW" sz="4800" dirty="0"/>
          </a:p>
          <a:p>
            <a:r>
              <a:rPr lang="zh-TW" altLang="en-US" sz="4800" dirty="0"/>
              <a:t>業務</a:t>
            </a:r>
            <a:endParaRPr lang="en-US" altLang="zh-TW" sz="4800" dirty="0"/>
          </a:p>
          <a:p>
            <a:pPr>
              <a:buNone/>
            </a:pPr>
            <a:endParaRPr lang="zh-TW" altLang="en-US" sz="4800" dirty="0"/>
          </a:p>
        </p:txBody>
      </p:sp>
      <p:sp>
        <p:nvSpPr>
          <p:cNvPr id="5" name="文字方塊 4">
            <a:extLst>
              <a:ext uri="{FF2B5EF4-FFF2-40B4-BE49-F238E27FC236}">
                <a16:creationId xmlns:a16="http://schemas.microsoft.com/office/drawing/2014/main" id="{046AA9D4-0F09-25EB-94CF-91F795340BDB}"/>
              </a:ext>
            </a:extLst>
          </p:cNvPr>
          <p:cNvSpPr txBox="1"/>
          <p:nvPr/>
        </p:nvSpPr>
        <p:spPr>
          <a:xfrm>
            <a:off x="1475656" y="4934634"/>
            <a:ext cx="6912768" cy="646331"/>
          </a:xfrm>
          <a:prstGeom prst="rect">
            <a:avLst/>
          </a:prstGeom>
          <a:noFill/>
        </p:spPr>
        <p:txBody>
          <a:bodyPr wrap="square">
            <a:spAutoFit/>
          </a:bodyPr>
          <a:lstStyle/>
          <a:p>
            <a:r>
              <a:rPr lang="zh-TW" altLang="en-US" sz="1800" dirty="0"/>
              <a:t>台東縣政府公告財務相關表單 連結</a:t>
            </a:r>
            <a:r>
              <a:rPr lang="en-US" altLang="zh-TW" sz="1800" dirty="0"/>
              <a:t>https://ttca.taitung.gov.tw/News_Content.aspx?n=13639&amp;s=84869</a:t>
            </a:r>
          </a:p>
        </p:txBody>
      </p:sp>
      <p:pic>
        <p:nvPicPr>
          <p:cNvPr id="7" name="圖片 6">
            <a:extLst>
              <a:ext uri="{FF2B5EF4-FFF2-40B4-BE49-F238E27FC236}">
                <a16:creationId xmlns:a16="http://schemas.microsoft.com/office/drawing/2014/main" id="{8D31DFD2-7C9E-6B32-FB84-095A9FA549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2040" y="1421646"/>
            <a:ext cx="2971798" cy="29717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755650" y="2565400"/>
            <a:ext cx="7772400" cy="1008063"/>
          </a:xfrm>
          <a:noFill/>
          <a:extLst>
            <a:ext uri="{909E8E84-426E-40DD-AFC4-6F175D3DCCD1}">
              <a14:hiddenFill xmlns:a14="http://schemas.microsoft.com/office/drawing/2010/main">
                <a:gradFill rotWithShape="1">
                  <a:gsLst>
                    <a:gs pos="0">
                      <a:srgbClr val="000000"/>
                    </a:gs>
                    <a:gs pos="50000">
                      <a:srgbClr val="FFFF00"/>
                    </a:gs>
                    <a:gs pos="100000">
                      <a:srgbClr val="000000"/>
                    </a:gs>
                  </a:gsLst>
                  <a:lin ang="0" scaled="1"/>
                </a:gradFill>
              </a14:hiddenFill>
            </a:ext>
          </a:extLst>
        </p:spPr>
        <p:txBody>
          <a:bodyPr/>
          <a:lstStyle/>
          <a:p>
            <a:pPr algn="ctr" eaLnBrk="1" hangingPunct="1"/>
            <a:r>
              <a:rPr lang="zh-TW" altLang="en-US" b="0" dirty="0">
                <a:solidFill>
                  <a:schemeClr val="tx1"/>
                </a:solidFill>
                <a:effectLst/>
                <a:latin typeface="華康POP3體W12" pitchFamily="81" charset="-120"/>
                <a:ea typeface="華康POP3體W12" pitchFamily="81" charset="-120"/>
              </a:rPr>
              <a:t>財務運作注意事項</a:t>
            </a:r>
          </a:p>
        </p:txBody>
      </p:sp>
      <p:sp>
        <p:nvSpPr>
          <p:cNvPr id="17411" name="Rectangle 3"/>
          <p:cNvSpPr>
            <a:spLocks noGrp="1" noChangeArrowheads="1"/>
          </p:cNvSpPr>
          <p:nvPr>
            <p:ph type="body" idx="4294967295"/>
          </p:nvPr>
        </p:nvSpPr>
        <p:spPr>
          <a:xfrm>
            <a:off x="468313" y="4724400"/>
            <a:ext cx="8229600" cy="976313"/>
          </a:xfrm>
        </p:spPr>
        <p:txBody>
          <a:bodyPr/>
          <a:lstStyle/>
          <a:p>
            <a:pPr algn="ctr" eaLnBrk="1" hangingPunct="1">
              <a:buFontTx/>
              <a:buNone/>
            </a:pPr>
            <a:r>
              <a:rPr lang="en-US" altLang="zh-TW">
                <a:latin typeface="標楷體" panose="03000509000000000000" pitchFamily="65" charset="-120"/>
                <a:ea typeface="標楷體" panose="03000509000000000000" pitchFamily="65" charset="-120"/>
              </a:rPr>
              <a:t>***</a:t>
            </a:r>
            <a:r>
              <a:rPr lang="zh-TW" altLang="en-US">
                <a:latin typeface="標楷體" panose="03000509000000000000" pitchFamily="65" charset="-120"/>
                <a:ea typeface="標楷體" panose="03000509000000000000" pitchFamily="65" charset="-120"/>
              </a:rPr>
              <a:t>社區發展協會呈報各項資料一覽表***</a:t>
            </a:r>
          </a:p>
          <a:p>
            <a:pPr eaLnBrk="1" hangingPunct="1">
              <a:buFontTx/>
              <a:buNone/>
            </a:pPr>
            <a:endParaRPr lang="en-US" altLang="zh-TW">
              <a:latin typeface="標楷體" panose="03000509000000000000" pitchFamily="65" charset="-120"/>
              <a:ea typeface="標楷體" panose="03000509000000000000" pitchFamily="65" charset="-120"/>
            </a:endParaRPr>
          </a:p>
        </p:txBody>
      </p:sp>
      <p:sp>
        <p:nvSpPr>
          <p:cNvPr id="4" name="文字方塊 3"/>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50814211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1149" name="Group 429"/>
          <p:cNvGraphicFramePr>
            <a:graphicFrameLocks noGrp="1"/>
          </p:cNvGraphicFramePr>
          <p:nvPr>
            <p:extLst>
              <p:ext uri="{D42A27DB-BD31-4B8C-83A1-F6EECF244321}">
                <p14:modId xmlns:p14="http://schemas.microsoft.com/office/powerpoint/2010/main" val="1021476195"/>
              </p:ext>
            </p:extLst>
          </p:nvPr>
        </p:nvGraphicFramePr>
        <p:xfrm>
          <a:off x="0" y="0"/>
          <a:ext cx="9144000" cy="6907213"/>
        </p:xfrm>
        <a:graphic>
          <a:graphicData uri="http://schemas.openxmlformats.org/drawingml/2006/table">
            <a:tbl>
              <a:tblPr/>
              <a:tblGrid>
                <a:gridCol w="592138">
                  <a:extLst>
                    <a:ext uri="{9D8B030D-6E8A-4147-A177-3AD203B41FA5}">
                      <a16:colId xmlns:a16="http://schemas.microsoft.com/office/drawing/2014/main" val="20000"/>
                    </a:ext>
                  </a:extLst>
                </a:gridCol>
                <a:gridCol w="4300537">
                  <a:extLst>
                    <a:ext uri="{9D8B030D-6E8A-4147-A177-3AD203B41FA5}">
                      <a16:colId xmlns:a16="http://schemas.microsoft.com/office/drawing/2014/main" val="20001"/>
                    </a:ext>
                  </a:extLst>
                </a:gridCol>
                <a:gridCol w="1963738">
                  <a:extLst>
                    <a:ext uri="{9D8B030D-6E8A-4147-A177-3AD203B41FA5}">
                      <a16:colId xmlns:a16="http://schemas.microsoft.com/office/drawing/2014/main" val="20002"/>
                    </a:ext>
                  </a:extLst>
                </a:gridCol>
                <a:gridCol w="2287587">
                  <a:extLst>
                    <a:ext uri="{9D8B030D-6E8A-4147-A177-3AD203B41FA5}">
                      <a16:colId xmlns:a16="http://schemas.microsoft.com/office/drawing/2014/main" val="20003"/>
                    </a:ext>
                  </a:extLst>
                </a:gridCol>
              </a:tblGrid>
              <a:tr h="701104">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altLang="en-US" sz="20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項次</a:t>
                      </a:r>
                      <a:endParaRPr kumimoji="0" lang="zh-TW" altLang="en-US" sz="20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dist" defTabSz="914400" rtl="0" eaLnBrk="0" fontAlgn="base" latinLnBrk="0" hangingPunct="0">
                        <a:lnSpc>
                          <a:spcPct val="100000"/>
                        </a:lnSpc>
                        <a:spcBef>
                          <a:spcPct val="0"/>
                        </a:spcBef>
                        <a:spcAft>
                          <a:spcPct val="0"/>
                        </a:spcAft>
                        <a:buClrTx/>
                        <a:buSzTx/>
                        <a:buFontTx/>
                        <a:buNone/>
                        <a:tabLst/>
                      </a:pPr>
                      <a:r>
                        <a:rPr kumimoji="0" lang="zh-TW" altLang="en-US" sz="20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陳報項目</a:t>
                      </a:r>
                      <a:endParaRPr kumimoji="0" lang="zh-TW" altLang="en-US" sz="20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p>
                      <a:pPr marL="0" marR="0" lvl="0" indent="0" algn="dist" defTabSz="914400" rtl="0" eaLnBrk="0" fontAlgn="base" latinLnBrk="0" hangingPunct="0">
                        <a:lnSpc>
                          <a:spcPct val="100000"/>
                        </a:lnSpc>
                        <a:spcBef>
                          <a:spcPct val="0"/>
                        </a:spcBef>
                        <a:spcAft>
                          <a:spcPct val="0"/>
                        </a:spcAft>
                        <a:buClrTx/>
                        <a:buSzTx/>
                        <a:buFontTx/>
                        <a:buNone/>
                        <a:tabLst/>
                      </a:pPr>
                      <a:r>
                        <a:rPr kumimoji="0" lang="en-US" altLang="zh-TW" sz="20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a:t>
                      </a:r>
                      <a:r>
                        <a:rPr kumimoji="0" lang="zh-TW" altLang="en-US" sz="20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各項紀錄應附附件請參閱檢核表</a:t>
                      </a:r>
                      <a:r>
                        <a:rPr kumimoji="0" lang="en-US" altLang="zh-TW" sz="20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a:t>
                      </a:r>
                      <a:endParaRPr kumimoji="0" lang="en-US" altLang="zh-TW" sz="20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dist" defTabSz="914400" rtl="0" eaLnBrk="0" fontAlgn="base" latinLnBrk="0" hangingPunct="0">
                        <a:lnSpc>
                          <a:spcPct val="100000"/>
                        </a:lnSpc>
                        <a:spcBef>
                          <a:spcPct val="0"/>
                        </a:spcBef>
                        <a:spcAft>
                          <a:spcPct val="0"/>
                        </a:spcAft>
                        <a:buClrTx/>
                        <a:buSzTx/>
                        <a:buFontTx/>
                        <a:buNone/>
                        <a:tabLst/>
                      </a:pPr>
                      <a:r>
                        <a:rPr kumimoji="0" lang="zh-TW" altLang="en-US" sz="20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陳報時間</a:t>
                      </a:r>
                      <a:endParaRPr kumimoji="0" lang="zh-TW" altLang="en-US" sz="20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dist" defTabSz="914400" rtl="0" eaLnBrk="0" fontAlgn="base" latinLnBrk="0" hangingPunct="0">
                        <a:lnSpc>
                          <a:spcPct val="100000"/>
                        </a:lnSpc>
                        <a:spcBef>
                          <a:spcPct val="0"/>
                        </a:spcBef>
                        <a:spcAft>
                          <a:spcPct val="0"/>
                        </a:spcAft>
                        <a:buClrTx/>
                        <a:buSzTx/>
                        <a:buFontTx/>
                        <a:buNone/>
                        <a:tabLst/>
                      </a:pPr>
                      <a:r>
                        <a:rPr kumimoji="0" lang="zh-TW" altLang="en-US" sz="20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備註</a:t>
                      </a:r>
                      <a:endParaRPr kumimoji="0" lang="zh-TW" altLang="en-US" sz="20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394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01</a:t>
                      </a:r>
                      <a:endParaRPr kumimoji="0" lang="en-US" altLang="zh-TW"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理監事會開會通知</a:t>
                      </a:r>
                      <a:endParaRPr kumimoji="0" lang="zh-TW" altLang="en-US" sz="16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每</a:t>
                      </a: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3-6</a:t>
                      </a: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個月（依章程規定）</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開會</a:t>
                      </a: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7</a:t>
                      </a: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日前陳報</a:t>
                      </a: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公所及本府</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5532">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02</a:t>
                      </a:r>
                      <a:endParaRPr kumimoji="0" lang="en-US" altLang="zh-TW"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理監事會會議紀錄（包含上季收支報表）</a:t>
                      </a:r>
                      <a:endParaRPr kumimoji="0" lang="zh-TW" altLang="en-US" sz="16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同上</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會議結束後</a:t>
                      </a: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30</a:t>
                      </a: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日內</a:t>
                      </a: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一式二份陳報公所</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394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03</a:t>
                      </a:r>
                      <a:endParaRPr kumimoji="0" lang="en-US" altLang="zh-TW"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會員大會開會通知</a:t>
                      </a:r>
                      <a:endParaRPr kumimoji="0" lang="zh-TW" altLang="en-US" sz="16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每年至少</a:t>
                      </a:r>
                      <a:r>
                        <a:rPr kumimoji="0" lang="en-US" altLang="zh-TW" sz="16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1</a:t>
                      </a:r>
                      <a:r>
                        <a:rPr kumimoji="0" lang="zh-TW" altLang="en-US" sz="16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次</a:t>
                      </a:r>
                      <a:endParaRPr kumimoji="0" lang="zh-TW" altLang="en-US" sz="16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開會</a:t>
                      </a: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15</a:t>
                      </a: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日前陳報</a:t>
                      </a: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公所及本府</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93802">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04</a:t>
                      </a:r>
                      <a:endParaRPr kumimoji="0" lang="en-US" altLang="zh-TW"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會員大會會議紀錄（討論提案包含上年度決算、下年度工作計畫、下年度預算）</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同上</a:t>
                      </a:r>
                      <a:endParaRPr kumimoji="0" lang="zh-TW" altLang="en-US" sz="16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會議結束後</a:t>
                      </a: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30</a:t>
                      </a: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日內</a:t>
                      </a: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一式二份陳報公所</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66811">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05</a:t>
                      </a:r>
                      <a:endParaRPr kumimoji="0" lang="en-US" altLang="zh-TW"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本年度經費收支決算表（含財產目錄、資產負債表）</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大會提案討論議程中通過</a:t>
                      </a:r>
                      <a:endParaRPr kumimoji="0" lang="zh-TW" altLang="en-US" sz="16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隨大會紀錄一式二份一併檢附陳報公所</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93802">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06</a:t>
                      </a:r>
                      <a:endParaRPr kumimoji="0" lang="en-US" altLang="zh-TW"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下年度工作計畫、下年度經費收支預算表</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大會提案討論議程中通過</a:t>
                      </a:r>
                      <a:endParaRPr kumimoji="0" lang="zh-TW" altLang="en-US" sz="16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隨大會紀錄一式二份一併檢附陳報公所</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892257">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07</a:t>
                      </a:r>
                      <a:endParaRPr kumimoji="0" lang="en-US" altLang="zh-TW"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大會手冊（議程、工作報告</a:t>
                      </a: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a:t>
                      </a: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理事會與監事會、決算表、財產目錄、資產負債表、收支報表、工作計畫、預算表、會員名冊、章程）</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定期大會每年一次</a:t>
                      </a:r>
                      <a:endParaRPr kumimoji="0" lang="zh-TW" altLang="en-US" sz="16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隨大會紀錄一式二份一併檢附陳報公所</a:t>
                      </a:r>
                      <a:endParaRPr kumimoji="0" lang="zh-TW" altLang="en-US" sz="16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692213">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選舉</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理事、監事：</a:t>
                      </a: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a:t>
                      </a: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選票保留至下屆結束</a:t>
                      </a: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a:t>
                      </a:r>
                      <a:endParaRPr kumimoji="0" lang="en-US" altLang="zh-TW" sz="1600" b="1" i="0" u="none" strike="noStrike" cap="none" normalizeH="0" baseline="0">
                        <a:ln>
                          <a:noFill/>
                        </a:ln>
                        <a:solidFill>
                          <a:schemeClr val="tx1"/>
                        </a:solidFill>
                        <a:effectLst/>
                        <a:latin typeface="Arial" charset="0"/>
                        <a:ea typeface="新細明體" pitchFamily="18" charset="-12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得票數、當選名單、候補名單。</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於大會臨時動議後選舉程序中進行</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納入大會會議紀錄</a:t>
                      </a:r>
                      <a:endParaRPr kumimoji="0" lang="zh-TW" altLang="en-US" sz="16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693802">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選舉</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常務監事、理事長：</a:t>
                      </a: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a:t>
                      </a: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選票保留至下屆結束</a:t>
                      </a:r>
                      <a:r>
                        <a:rPr kumimoji="0" lang="en-US" altLang="zh-TW"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a:t>
                      </a:r>
                      <a:endParaRPr kumimoji="0" lang="en-US" altLang="zh-TW" sz="1600" b="1" i="0" u="none" strike="noStrike" cap="none" normalizeH="0" baseline="0">
                        <a:ln>
                          <a:noFill/>
                        </a:ln>
                        <a:solidFill>
                          <a:schemeClr val="tx1"/>
                        </a:solidFill>
                        <a:effectLst/>
                        <a:latin typeface="Arial" charset="0"/>
                        <a:ea typeface="新細明體" pitchFamily="18" charset="-12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得票數、當選名單</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a:ln>
                            <a:noFill/>
                          </a:ln>
                          <a:solidFill>
                            <a:schemeClr val="tx1"/>
                          </a:solidFill>
                          <a:effectLst/>
                          <a:latin typeface="Times New Roman" pitchFamily="18" charset="0"/>
                          <a:ea typeface="新細明體" pitchFamily="18" charset="-120"/>
                          <a:cs typeface="Times New Roman" pitchFamily="18" charset="0"/>
                        </a:rPr>
                        <a:t>於理監事會中分別進行</a:t>
                      </a:r>
                      <a:endParaRPr kumimoji="0" lang="zh-TW" altLang="en-US" sz="1600" b="1" i="0" u="none" strike="noStrike" cap="none" normalizeH="0" baseline="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algn="l" eaLnBrk="0" hangingPunct="0">
                        <a:spcBef>
                          <a:spcPct val="20000"/>
                        </a:spcBef>
                        <a:buClr>
                          <a:schemeClr val="accent2"/>
                        </a:buClr>
                        <a:buFont typeface="Arial" charset="0"/>
                        <a:defRPr sz="2400">
                          <a:solidFill>
                            <a:schemeClr val="tx1"/>
                          </a:solidFill>
                          <a:latin typeface="Arial" charset="0"/>
                        </a:defRPr>
                      </a:lvl2pPr>
                      <a:lvl3pPr algn="l" eaLnBrk="0" hangingPunct="0">
                        <a:spcBef>
                          <a:spcPct val="20000"/>
                        </a:spcBef>
                        <a:buClr>
                          <a:schemeClr val="hlink"/>
                        </a:buClr>
                        <a:buFont typeface="Arial" charset="0"/>
                        <a:defRPr sz="2000">
                          <a:solidFill>
                            <a:schemeClr val="tx1"/>
                          </a:solidFill>
                          <a:latin typeface="Arial" charset="0"/>
                        </a:defRPr>
                      </a:lvl3pPr>
                      <a:lvl4pPr algn="l" eaLnBrk="0" hangingPunct="0">
                        <a:spcBef>
                          <a:spcPct val="20000"/>
                        </a:spcBef>
                        <a:buClr>
                          <a:schemeClr val="folHlink"/>
                        </a:buClr>
                        <a:buFont typeface="Arial" charset="0"/>
                        <a:defRPr>
                          <a:solidFill>
                            <a:schemeClr val="tx1"/>
                          </a:solidFill>
                          <a:latin typeface="Arial" charset="0"/>
                        </a:defRPr>
                      </a:lvl4pPr>
                      <a:lvl5pPr algn="l" eaLnBrk="0" hangingPunct="0">
                        <a:spcBef>
                          <a:spcPct val="20000"/>
                        </a:spcBef>
                        <a:buFont typeface="Arial" charset="0"/>
                        <a:defRPr>
                          <a:solidFill>
                            <a:schemeClr val="tx1"/>
                          </a:solidFill>
                          <a:latin typeface="Arial" charset="0"/>
                        </a:defRPr>
                      </a:lvl5pPr>
                      <a:lvl6pPr eaLnBrk="0" fontAlgn="base" hangingPunct="0">
                        <a:spcBef>
                          <a:spcPct val="20000"/>
                        </a:spcBef>
                        <a:spcAft>
                          <a:spcPct val="0"/>
                        </a:spcAft>
                        <a:buFont typeface="Arial" charset="0"/>
                        <a:defRPr>
                          <a:solidFill>
                            <a:schemeClr val="tx1"/>
                          </a:solidFill>
                          <a:latin typeface="Arial" charset="0"/>
                        </a:defRPr>
                      </a:lvl6pPr>
                      <a:lvl7pPr eaLnBrk="0" fontAlgn="base" hangingPunct="0">
                        <a:spcBef>
                          <a:spcPct val="20000"/>
                        </a:spcBef>
                        <a:spcAft>
                          <a:spcPct val="0"/>
                        </a:spcAft>
                        <a:buFont typeface="Arial" charset="0"/>
                        <a:defRPr>
                          <a:solidFill>
                            <a:schemeClr val="tx1"/>
                          </a:solidFill>
                          <a:latin typeface="Arial" charset="0"/>
                        </a:defRPr>
                      </a:lvl7pPr>
                      <a:lvl8pPr eaLnBrk="0" fontAlgn="base" hangingPunct="0">
                        <a:spcBef>
                          <a:spcPct val="20000"/>
                        </a:spcBef>
                        <a:spcAft>
                          <a:spcPct val="0"/>
                        </a:spcAft>
                        <a:buFont typeface="Arial" charset="0"/>
                        <a:defRPr>
                          <a:solidFill>
                            <a:schemeClr val="tx1"/>
                          </a:solidFill>
                          <a:latin typeface="Arial" charset="0"/>
                        </a:defRPr>
                      </a:lvl8pPr>
                      <a:lvl9pPr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sz="1600" b="1" i="0" u="none" strike="noStrike" cap="none" normalizeH="0" baseline="0" dirty="0">
                          <a:ln>
                            <a:noFill/>
                          </a:ln>
                          <a:solidFill>
                            <a:schemeClr val="tx1"/>
                          </a:solidFill>
                          <a:effectLst/>
                          <a:latin typeface="Times New Roman" pitchFamily="18" charset="0"/>
                          <a:ea typeface="新細明體" pitchFamily="18" charset="-120"/>
                          <a:cs typeface="Times New Roman" pitchFamily="18" charset="0"/>
                        </a:rPr>
                        <a:t>納入理監事會會議紀錄</a:t>
                      </a:r>
                      <a:endParaRPr kumimoji="0" lang="zh-TW" altLang="en-US" sz="1600" b="1" i="0" u="none" strike="noStrike" cap="none" normalizeH="0" baseline="0" dirty="0">
                        <a:ln>
                          <a:noFill/>
                        </a:ln>
                        <a:solidFill>
                          <a:schemeClr val="tx1"/>
                        </a:solidFill>
                        <a:effectLst/>
                        <a:latin typeface="Arial" charset="0"/>
                        <a:ea typeface="新細明體" pitchFamily="18" charset="-120"/>
                        <a:cs typeface="Times New Roman" pitchFamily="18" charset="0"/>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8491" name="Rectangle 430"/>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FEF926"/>
                </a:solidFill>
              </a:rPr>
              <a:t>☆</a:t>
            </a:r>
            <a:endParaRPr lang="zh-TW" altLang="en-US" sz="1800">
              <a:solidFill>
                <a:srgbClr val="FEF926"/>
              </a:solidFill>
            </a:endParaRPr>
          </a:p>
        </p:txBody>
      </p:sp>
      <p:sp>
        <p:nvSpPr>
          <p:cNvPr id="4" name="文字方塊 3"/>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2097757643"/>
      </p:ext>
    </p:extLst>
  </p:cSld>
  <p:clrMapOvr>
    <a:masterClrMapping/>
  </p:clrMapOvr>
  <p:transition>
    <p:wedge/>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p:txBody>
          <a:bodyPr/>
          <a:lstStyle/>
          <a:p>
            <a:pPr eaLnBrk="1" hangingPunct="1">
              <a:defRPr/>
            </a:pPr>
            <a:r>
              <a:rPr lang="zh-TW" altLang="en-US" b="0">
                <a:ea typeface="華康POP3體W12" pitchFamily="81" charset="-120"/>
              </a:rPr>
              <a:t>職權（源自於章程）</a:t>
            </a:r>
          </a:p>
        </p:txBody>
      </p:sp>
      <p:grpSp>
        <p:nvGrpSpPr>
          <p:cNvPr id="150531" name="Group 43"/>
          <p:cNvGrpSpPr>
            <a:grpSpLocks/>
          </p:cNvGrpSpPr>
          <p:nvPr/>
        </p:nvGrpSpPr>
        <p:grpSpPr bwMode="auto">
          <a:xfrm>
            <a:off x="1524000" y="2092325"/>
            <a:ext cx="6248400" cy="990600"/>
            <a:chOff x="720" y="1392"/>
            <a:chExt cx="4058" cy="480"/>
          </a:xfrm>
          <a:solidFill>
            <a:srgbClr val="FF0000"/>
          </a:solidFill>
        </p:grpSpPr>
        <p:sp>
          <p:nvSpPr>
            <p:cNvPr id="44076" name="AutoShape 44"/>
            <p:cNvSpPr>
              <a:spLocks noChangeArrowheads="1"/>
            </p:cNvSpPr>
            <p:nvPr/>
          </p:nvSpPr>
          <p:spPr bwMode="gray">
            <a:xfrm>
              <a:off x="720" y="1392"/>
              <a:ext cx="4058" cy="480"/>
            </a:xfrm>
            <a:prstGeom prst="roundRect">
              <a:avLst>
                <a:gd name="adj" fmla="val 17509"/>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Arial" pitchFamily="34" charset="0"/>
                </a:defRPr>
              </a:lvl1pPr>
              <a:lvl2pPr marL="742950" indent="-285750" eaLnBrk="0" hangingPunct="0">
                <a:defRPr b="1">
                  <a:solidFill>
                    <a:schemeClr val="tx1"/>
                  </a:solidFill>
                  <a:latin typeface="Arial" pitchFamily="34" charset="0"/>
                </a:defRPr>
              </a:lvl2pPr>
              <a:lvl3pPr marL="1143000" indent="-228600" eaLnBrk="0" hangingPunct="0">
                <a:defRPr b="1">
                  <a:solidFill>
                    <a:schemeClr val="tx1"/>
                  </a:solidFill>
                  <a:latin typeface="Arial" pitchFamily="34" charset="0"/>
                </a:defRPr>
              </a:lvl3pPr>
              <a:lvl4pPr marL="1600200" indent="-228600" eaLnBrk="0" hangingPunct="0">
                <a:defRPr b="1">
                  <a:solidFill>
                    <a:schemeClr val="tx1"/>
                  </a:solidFill>
                  <a:latin typeface="Arial" pitchFamily="34" charset="0"/>
                </a:defRPr>
              </a:lvl4pPr>
              <a:lvl5pPr marL="2057400" indent="-228600" eaLnBrk="0" hangingPunct="0">
                <a:defRPr b="1">
                  <a:solidFill>
                    <a:schemeClr val="tx1"/>
                  </a:solidFill>
                  <a:latin typeface="Arial" pitchFamily="34" charset="0"/>
                </a:defRPr>
              </a:lvl5pPr>
              <a:lvl6pPr marL="2514600" indent="-228600" eaLnBrk="0" fontAlgn="base" hangingPunct="0">
                <a:spcBef>
                  <a:spcPct val="0"/>
                </a:spcBef>
                <a:spcAft>
                  <a:spcPct val="0"/>
                </a:spcAft>
                <a:defRPr b="1">
                  <a:solidFill>
                    <a:schemeClr val="tx1"/>
                  </a:solidFill>
                  <a:latin typeface="Arial" pitchFamily="34" charset="0"/>
                </a:defRPr>
              </a:lvl6pPr>
              <a:lvl7pPr marL="2971800" indent="-228600" eaLnBrk="0" fontAlgn="base" hangingPunct="0">
                <a:spcBef>
                  <a:spcPct val="0"/>
                </a:spcBef>
                <a:spcAft>
                  <a:spcPct val="0"/>
                </a:spcAft>
                <a:defRPr b="1">
                  <a:solidFill>
                    <a:schemeClr val="tx1"/>
                  </a:solidFill>
                  <a:latin typeface="Arial" pitchFamily="34" charset="0"/>
                </a:defRPr>
              </a:lvl7pPr>
              <a:lvl8pPr marL="3429000" indent="-228600" eaLnBrk="0" fontAlgn="base" hangingPunct="0">
                <a:spcBef>
                  <a:spcPct val="0"/>
                </a:spcBef>
                <a:spcAft>
                  <a:spcPct val="0"/>
                </a:spcAft>
                <a:defRPr b="1">
                  <a:solidFill>
                    <a:schemeClr val="tx1"/>
                  </a:solidFill>
                  <a:latin typeface="Arial" pitchFamily="34" charset="0"/>
                </a:defRPr>
              </a:lvl8pPr>
              <a:lvl9pPr marL="3886200" indent="-228600" eaLnBrk="0" fontAlgn="base" hangingPunct="0">
                <a:spcBef>
                  <a:spcPct val="0"/>
                </a:spcBef>
                <a:spcAft>
                  <a:spcPct val="0"/>
                </a:spcAft>
                <a:defRPr b="1">
                  <a:solidFill>
                    <a:schemeClr val="tx1"/>
                  </a:solidFill>
                  <a:latin typeface="Arial" pitchFamily="34" charset="0"/>
                </a:defRPr>
              </a:lvl9pPr>
            </a:lstStyle>
            <a:p>
              <a:pPr algn="l" eaLnBrk="1" hangingPunct="1">
                <a:defRPr/>
              </a:pPr>
              <a:endParaRPr lang="zh-TW" altLang="en-US"/>
            </a:p>
          </p:txBody>
        </p:sp>
        <p:grpSp>
          <p:nvGrpSpPr>
            <p:cNvPr id="150533" name="Group 45"/>
            <p:cNvGrpSpPr>
              <a:grpSpLocks/>
            </p:cNvGrpSpPr>
            <p:nvPr/>
          </p:nvGrpSpPr>
          <p:grpSpPr bwMode="auto">
            <a:xfrm>
              <a:off x="730" y="1407"/>
              <a:ext cx="4043" cy="444"/>
              <a:chOff x="744" y="1407"/>
              <a:chExt cx="3988" cy="444"/>
            </a:xfrm>
            <a:grpFill/>
          </p:grpSpPr>
          <p:sp>
            <p:nvSpPr>
              <p:cNvPr id="44078" name="AutoShape 46"/>
              <p:cNvSpPr>
                <a:spLocks noChangeArrowheads="1"/>
              </p:cNvSpPr>
              <p:nvPr/>
            </p:nvSpPr>
            <p:spPr bwMode="gray">
              <a:xfrm>
                <a:off x="744" y="1737"/>
                <a:ext cx="3988" cy="115"/>
              </a:xfrm>
              <a:prstGeom prst="roundRect">
                <a:avLst>
                  <a:gd name="adj" fmla="val 50000"/>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Arial" pitchFamily="34" charset="0"/>
                  </a:defRPr>
                </a:lvl1pPr>
                <a:lvl2pPr marL="742950" indent="-285750" eaLnBrk="0" hangingPunct="0">
                  <a:defRPr b="1">
                    <a:solidFill>
                      <a:schemeClr val="tx1"/>
                    </a:solidFill>
                    <a:latin typeface="Arial" pitchFamily="34" charset="0"/>
                  </a:defRPr>
                </a:lvl2pPr>
                <a:lvl3pPr marL="1143000" indent="-228600" eaLnBrk="0" hangingPunct="0">
                  <a:defRPr b="1">
                    <a:solidFill>
                      <a:schemeClr val="tx1"/>
                    </a:solidFill>
                    <a:latin typeface="Arial" pitchFamily="34" charset="0"/>
                  </a:defRPr>
                </a:lvl3pPr>
                <a:lvl4pPr marL="1600200" indent="-228600" eaLnBrk="0" hangingPunct="0">
                  <a:defRPr b="1">
                    <a:solidFill>
                      <a:schemeClr val="tx1"/>
                    </a:solidFill>
                    <a:latin typeface="Arial" pitchFamily="34" charset="0"/>
                  </a:defRPr>
                </a:lvl4pPr>
                <a:lvl5pPr marL="2057400" indent="-228600" eaLnBrk="0" hangingPunct="0">
                  <a:defRPr b="1">
                    <a:solidFill>
                      <a:schemeClr val="tx1"/>
                    </a:solidFill>
                    <a:latin typeface="Arial" pitchFamily="34" charset="0"/>
                  </a:defRPr>
                </a:lvl5pPr>
                <a:lvl6pPr marL="2514600" indent="-228600" eaLnBrk="0" fontAlgn="base" hangingPunct="0">
                  <a:spcBef>
                    <a:spcPct val="0"/>
                  </a:spcBef>
                  <a:spcAft>
                    <a:spcPct val="0"/>
                  </a:spcAft>
                  <a:defRPr b="1">
                    <a:solidFill>
                      <a:schemeClr val="tx1"/>
                    </a:solidFill>
                    <a:latin typeface="Arial" pitchFamily="34" charset="0"/>
                  </a:defRPr>
                </a:lvl6pPr>
                <a:lvl7pPr marL="2971800" indent="-228600" eaLnBrk="0" fontAlgn="base" hangingPunct="0">
                  <a:spcBef>
                    <a:spcPct val="0"/>
                  </a:spcBef>
                  <a:spcAft>
                    <a:spcPct val="0"/>
                  </a:spcAft>
                  <a:defRPr b="1">
                    <a:solidFill>
                      <a:schemeClr val="tx1"/>
                    </a:solidFill>
                    <a:latin typeface="Arial" pitchFamily="34" charset="0"/>
                  </a:defRPr>
                </a:lvl7pPr>
                <a:lvl8pPr marL="3429000" indent="-228600" eaLnBrk="0" fontAlgn="base" hangingPunct="0">
                  <a:spcBef>
                    <a:spcPct val="0"/>
                  </a:spcBef>
                  <a:spcAft>
                    <a:spcPct val="0"/>
                  </a:spcAft>
                  <a:defRPr b="1">
                    <a:solidFill>
                      <a:schemeClr val="tx1"/>
                    </a:solidFill>
                    <a:latin typeface="Arial" pitchFamily="34" charset="0"/>
                  </a:defRPr>
                </a:lvl8pPr>
                <a:lvl9pPr marL="3886200" indent="-228600" eaLnBrk="0" fontAlgn="base" hangingPunct="0">
                  <a:spcBef>
                    <a:spcPct val="0"/>
                  </a:spcBef>
                  <a:spcAft>
                    <a:spcPct val="0"/>
                  </a:spcAft>
                  <a:defRPr b="1">
                    <a:solidFill>
                      <a:schemeClr val="tx1"/>
                    </a:solidFill>
                    <a:latin typeface="Arial" pitchFamily="34" charset="0"/>
                  </a:defRPr>
                </a:lvl9pPr>
              </a:lstStyle>
              <a:p>
                <a:pPr algn="l" eaLnBrk="1" hangingPunct="1">
                  <a:defRPr/>
                </a:pPr>
                <a:endParaRPr lang="zh-TW" altLang="en-US"/>
              </a:p>
            </p:txBody>
          </p:sp>
          <p:sp>
            <p:nvSpPr>
              <p:cNvPr id="44079" name="AutoShape 47"/>
              <p:cNvSpPr>
                <a:spLocks noChangeArrowheads="1"/>
              </p:cNvSpPr>
              <p:nvPr/>
            </p:nvSpPr>
            <p:spPr bwMode="gray">
              <a:xfrm>
                <a:off x="744" y="1407"/>
                <a:ext cx="3988" cy="115"/>
              </a:xfrm>
              <a:prstGeom prst="roundRect">
                <a:avLst>
                  <a:gd name="adj" fmla="val 50000"/>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Arial" pitchFamily="34" charset="0"/>
                  </a:defRPr>
                </a:lvl1pPr>
                <a:lvl2pPr marL="742950" indent="-285750" eaLnBrk="0" hangingPunct="0">
                  <a:defRPr b="1">
                    <a:solidFill>
                      <a:schemeClr val="tx1"/>
                    </a:solidFill>
                    <a:latin typeface="Arial" pitchFamily="34" charset="0"/>
                  </a:defRPr>
                </a:lvl2pPr>
                <a:lvl3pPr marL="1143000" indent="-228600" eaLnBrk="0" hangingPunct="0">
                  <a:defRPr b="1">
                    <a:solidFill>
                      <a:schemeClr val="tx1"/>
                    </a:solidFill>
                    <a:latin typeface="Arial" pitchFamily="34" charset="0"/>
                  </a:defRPr>
                </a:lvl3pPr>
                <a:lvl4pPr marL="1600200" indent="-228600" eaLnBrk="0" hangingPunct="0">
                  <a:defRPr b="1">
                    <a:solidFill>
                      <a:schemeClr val="tx1"/>
                    </a:solidFill>
                    <a:latin typeface="Arial" pitchFamily="34" charset="0"/>
                  </a:defRPr>
                </a:lvl4pPr>
                <a:lvl5pPr marL="2057400" indent="-228600" eaLnBrk="0" hangingPunct="0">
                  <a:defRPr b="1">
                    <a:solidFill>
                      <a:schemeClr val="tx1"/>
                    </a:solidFill>
                    <a:latin typeface="Arial" pitchFamily="34" charset="0"/>
                  </a:defRPr>
                </a:lvl5pPr>
                <a:lvl6pPr marL="2514600" indent="-228600" eaLnBrk="0" fontAlgn="base" hangingPunct="0">
                  <a:spcBef>
                    <a:spcPct val="0"/>
                  </a:spcBef>
                  <a:spcAft>
                    <a:spcPct val="0"/>
                  </a:spcAft>
                  <a:defRPr b="1">
                    <a:solidFill>
                      <a:schemeClr val="tx1"/>
                    </a:solidFill>
                    <a:latin typeface="Arial" pitchFamily="34" charset="0"/>
                  </a:defRPr>
                </a:lvl6pPr>
                <a:lvl7pPr marL="2971800" indent="-228600" eaLnBrk="0" fontAlgn="base" hangingPunct="0">
                  <a:spcBef>
                    <a:spcPct val="0"/>
                  </a:spcBef>
                  <a:spcAft>
                    <a:spcPct val="0"/>
                  </a:spcAft>
                  <a:defRPr b="1">
                    <a:solidFill>
                      <a:schemeClr val="tx1"/>
                    </a:solidFill>
                    <a:latin typeface="Arial" pitchFamily="34" charset="0"/>
                  </a:defRPr>
                </a:lvl7pPr>
                <a:lvl8pPr marL="3429000" indent="-228600" eaLnBrk="0" fontAlgn="base" hangingPunct="0">
                  <a:spcBef>
                    <a:spcPct val="0"/>
                  </a:spcBef>
                  <a:spcAft>
                    <a:spcPct val="0"/>
                  </a:spcAft>
                  <a:defRPr b="1">
                    <a:solidFill>
                      <a:schemeClr val="tx1"/>
                    </a:solidFill>
                    <a:latin typeface="Arial" pitchFamily="34" charset="0"/>
                  </a:defRPr>
                </a:lvl8pPr>
                <a:lvl9pPr marL="3886200" indent="-228600" eaLnBrk="0" fontAlgn="base" hangingPunct="0">
                  <a:spcBef>
                    <a:spcPct val="0"/>
                  </a:spcBef>
                  <a:spcAft>
                    <a:spcPct val="0"/>
                  </a:spcAft>
                  <a:defRPr b="1">
                    <a:solidFill>
                      <a:schemeClr val="tx1"/>
                    </a:solidFill>
                    <a:latin typeface="Arial" pitchFamily="34" charset="0"/>
                  </a:defRPr>
                </a:lvl9pPr>
              </a:lstStyle>
              <a:p>
                <a:pPr algn="l" eaLnBrk="1" hangingPunct="1">
                  <a:defRPr/>
                </a:pPr>
                <a:endParaRPr lang="zh-TW" altLang="en-US"/>
              </a:p>
            </p:txBody>
          </p:sp>
        </p:grpSp>
      </p:grpSp>
      <p:grpSp>
        <p:nvGrpSpPr>
          <p:cNvPr id="19460" name="Group 48"/>
          <p:cNvGrpSpPr>
            <a:grpSpLocks/>
          </p:cNvGrpSpPr>
          <p:nvPr/>
        </p:nvGrpSpPr>
        <p:grpSpPr bwMode="auto">
          <a:xfrm>
            <a:off x="1295400" y="1863725"/>
            <a:ext cx="611188" cy="608013"/>
            <a:chOff x="579" y="1386"/>
            <a:chExt cx="385" cy="383"/>
          </a:xfrm>
        </p:grpSpPr>
        <p:sp>
          <p:nvSpPr>
            <p:cNvPr id="19484" name="Oval 49"/>
            <p:cNvSpPr>
              <a:spLocks noChangeArrowheads="1"/>
            </p:cNvSpPr>
            <p:nvPr/>
          </p:nvSpPr>
          <p:spPr bwMode="gray">
            <a:xfrm>
              <a:off x="579" y="1386"/>
              <a:ext cx="385" cy="383"/>
            </a:xfrm>
            <a:prstGeom prst="ellipse">
              <a:avLst/>
            </a:prstGeom>
            <a:solidFill>
              <a:srgbClr val="80808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grpSp>
          <p:nvGrpSpPr>
            <p:cNvPr id="19485" name="Group 50"/>
            <p:cNvGrpSpPr>
              <a:grpSpLocks/>
            </p:cNvGrpSpPr>
            <p:nvPr/>
          </p:nvGrpSpPr>
          <p:grpSpPr bwMode="auto">
            <a:xfrm>
              <a:off x="587" y="1392"/>
              <a:ext cx="369" cy="369"/>
              <a:chOff x="587" y="1392"/>
              <a:chExt cx="369" cy="369"/>
            </a:xfrm>
          </p:grpSpPr>
          <p:sp>
            <p:nvSpPr>
              <p:cNvPr id="19486" name="Oval 51"/>
              <p:cNvSpPr>
                <a:spLocks noChangeArrowheads="1"/>
              </p:cNvSpPr>
              <p:nvPr/>
            </p:nvSpPr>
            <p:spPr bwMode="gray">
              <a:xfrm>
                <a:off x="587" y="1392"/>
                <a:ext cx="369" cy="369"/>
              </a:xfrm>
              <a:prstGeom prst="ellipse">
                <a:avLst/>
              </a:prstGeom>
              <a:gradFill rotWithShape="1">
                <a:gsLst>
                  <a:gs pos="0">
                    <a:srgbClr val="636869"/>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sp>
            <p:nvSpPr>
              <p:cNvPr id="19487" name="Oval 52"/>
              <p:cNvSpPr>
                <a:spLocks noChangeArrowheads="1"/>
              </p:cNvSpPr>
              <p:nvPr/>
            </p:nvSpPr>
            <p:spPr bwMode="gray">
              <a:xfrm>
                <a:off x="592" y="1394"/>
                <a:ext cx="359" cy="360"/>
              </a:xfrm>
              <a:prstGeom prst="ellipse">
                <a:avLst/>
              </a:prstGeom>
              <a:gradFill rotWithShape="1">
                <a:gsLst>
                  <a:gs pos="0">
                    <a:srgbClr val="D6E1E2">
                      <a:alpha val="0"/>
                    </a:srgbClr>
                  </a:gs>
                  <a:gs pos="100000">
                    <a:srgbClr val="F1F5F5"/>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sp>
            <p:nvSpPr>
              <p:cNvPr id="19488" name="Oval 53"/>
              <p:cNvSpPr>
                <a:spLocks noChangeArrowheads="1"/>
              </p:cNvSpPr>
              <p:nvPr/>
            </p:nvSpPr>
            <p:spPr bwMode="gray">
              <a:xfrm>
                <a:off x="596" y="1397"/>
                <a:ext cx="342" cy="337"/>
              </a:xfrm>
              <a:prstGeom prst="ellipse">
                <a:avLst/>
              </a:prstGeom>
              <a:gradFill rotWithShape="1">
                <a:gsLst>
                  <a:gs pos="0">
                    <a:srgbClr val="AAB2B3"/>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sp>
            <p:nvSpPr>
              <p:cNvPr id="19489" name="Oval 54"/>
              <p:cNvSpPr>
                <a:spLocks noChangeArrowheads="1"/>
              </p:cNvSpPr>
              <p:nvPr/>
            </p:nvSpPr>
            <p:spPr bwMode="gray">
              <a:xfrm>
                <a:off x="615" y="1407"/>
                <a:ext cx="305" cy="273"/>
              </a:xfrm>
              <a:prstGeom prst="ellipse">
                <a:avLst/>
              </a:prstGeom>
              <a:gradFill rotWithShape="1">
                <a:gsLst>
                  <a:gs pos="0">
                    <a:srgbClr val="FFFFFF"/>
                  </a:gs>
                  <a:gs pos="100000">
                    <a:srgbClr val="D6E1E2">
                      <a:alpha val="37999"/>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grpSp>
      </p:grpSp>
      <p:sp>
        <p:nvSpPr>
          <p:cNvPr id="19461" name="Text Box 55"/>
          <p:cNvSpPr txBox="1">
            <a:spLocks noChangeArrowheads="1"/>
          </p:cNvSpPr>
          <p:nvPr/>
        </p:nvSpPr>
        <p:spPr bwMode="gray">
          <a:xfrm>
            <a:off x="1403350" y="19335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TW" sz="2400">
                <a:solidFill>
                  <a:srgbClr val="080808"/>
                </a:solidFill>
              </a:rPr>
              <a:t>1</a:t>
            </a:r>
          </a:p>
        </p:txBody>
      </p:sp>
      <p:grpSp>
        <p:nvGrpSpPr>
          <p:cNvPr id="150544" name="Group 56"/>
          <p:cNvGrpSpPr>
            <a:grpSpLocks/>
          </p:cNvGrpSpPr>
          <p:nvPr/>
        </p:nvGrpSpPr>
        <p:grpSpPr bwMode="auto">
          <a:xfrm>
            <a:off x="1524000" y="3336925"/>
            <a:ext cx="6248400" cy="990600"/>
            <a:chOff x="720" y="1392"/>
            <a:chExt cx="4058" cy="480"/>
          </a:xfrm>
          <a:solidFill>
            <a:srgbClr val="00B0F0"/>
          </a:solidFill>
        </p:grpSpPr>
        <p:sp>
          <p:nvSpPr>
            <p:cNvPr id="44089" name="AutoShape 57"/>
            <p:cNvSpPr>
              <a:spLocks noChangeArrowheads="1"/>
            </p:cNvSpPr>
            <p:nvPr/>
          </p:nvSpPr>
          <p:spPr bwMode="gray">
            <a:xfrm>
              <a:off x="720" y="1392"/>
              <a:ext cx="4058" cy="480"/>
            </a:xfrm>
            <a:prstGeom prst="roundRect">
              <a:avLst>
                <a:gd name="adj" fmla="val 17509"/>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Arial" pitchFamily="34" charset="0"/>
                </a:defRPr>
              </a:lvl1pPr>
              <a:lvl2pPr marL="742950" indent="-285750" eaLnBrk="0" hangingPunct="0">
                <a:defRPr b="1">
                  <a:solidFill>
                    <a:schemeClr val="tx1"/>
                  </a:solidFill>
                  <a:latin typeface="Arial" pitchFamily="34" charset="0"/>
                </a:defRPr>
              </a:lvl2pPr>
              <a:lvl3pPr marL="1143000" indent="-228600" eaLnBrk="0" hangingPunct="0">
                <a:defRPr b="1">
                  <a:solidFill>
                    <a:schemeClr val="tx1"/>
                  </a:solidFill>
                  <a:latin typeface="Arial" pitchFamily="34" charset="0"/>
                </a:defRPr>
              </a:lvl3pPr>
              <a:lvl4pPr marL="1600200" indent="-228600" eaLnBrk="0" hangingPunct="0">
                <a:defRPr b="1">
                  <a:solidFill>
                    <a:schemeClr val="tx1"/>
                  </a:solidFill>
                  <a:latin typeface="Arial" pitchFamily="34" charset="0"/>
                </a:defRPr>
              </a:lvl4pPr>
              <a:lvl5pPr marL="2057400" indent="-228600" eaLnBrk="0" hangingPunct="0">
                <a:defRPr b="1">
                  <a:solidFill>
                    <a:schemeClr val="tx1"/>
                  </a:solidFill>
                  <a:latin typeface="Arial" pitchFamily="34" charset="0"/>
                </a:defRPr>
              </a:lvl5pPr>
              <a:lvl6pPr marL="2514600" indent="-228600" eaLnBrk="0" fontAlgn="base" hangingPunct="0">
                <a:spcBef>
                  <a:spcPct val="0"/>
                </a:spcBef>
                <a:spcAft>
                  <a:spcPct val="0"/>
                </a:spcAft>
                <a:defRPr b="1">
                  <a:solidFill>
                    <a:schemeClr val="tx1"/>
                  </a:solidFill>
                  <a:latin typeface="Arial" pitchFamily="34" charset="0"/>
                </a:defRPr>
              </a:lvl6pPr>
              <a:lvl7pPr marL="2971800" indent="-228600" eaLnBrk="0" fontAlgn="base" hangingPunct="0">
                <a:spcBef>
                  <a:spcPct val="0"/>
                </a:spcBef>
                <a:spcAft>
                  <a:spcPct val="0"/>
                </a:spcAft>
                <a:defRPr b="1">
                  <a:solidFill>
                    <a:schemeClr val="tx1"/>
                  </a:solidFill>
                  <a:latin typeface="Arial" pitchFamily="34" charset="0"/>
                </a:defRPr>
              </a:lvl7pPr>
              <a:lvl8pPr marL="3429000" indent="-228600" eaLnBrk="0" fontAlgn="base" hangingPunct="0">
                <a:spcBef>
                  <a:spcPct val="0"/>
                </a:spcBef>
                <a:spcAft>
                  <a:spcPct val="0"/>
                </a:spcAft>
                <a:defRPr b="1">
                  <a:solidFill>
                    <a:schemeClr val="tx1"/>
                  </a:solidFill>
                  <a:latin typeface="Arial" pitchFamily="34" charset="0"/>
                </a:defRPr>
              </a:lvl8pPr>
              <a:lvl9pPr marL="3886200" indent="-228600" eaLnBrk="0" fontAlgn="base" hangingPunct="0">
                <a:spcBef>
                  <a:spcPct val="0"/>
                </a:spcBef>
                <a:spcAft>
                  <a:spcPct val="0"/>
                </a:spcAft>
                <a:defRPr b="1">
                  <a:solidFill>
                    <a:schemeClr val="tx1"/>
                  </a:solidFill>
                  <a:latin typeface="Arial" pitchFamily="34" charset="0"/>
                </a:defRPr>
              </a:lvl9pPr>
            </a:lstStyle>
            <a:p>
              <a:pPr algn="l" eaLnBrk="1" hangingPunct="1">
                <a:defRPr/>
              </a:pPr>
              <a:endParaRPr lang="zh-TW" altLang="en-US"/>
            </a:p>
          </p:txBody>
        </p:sp>
        <p:grpSp>
          <p:nvGrpSpPr>
            <p:cNvPr id="150546" name="Group 58"/>
            <p:cNvGrpSpPr>
              <a:grpSpLocks/>
            </p:cNvGrpSpPr>
            <p:nvPr/>
          </p:nvGrpSpPr>
          <p:grpSpPr bwMode="auto">
            <a:xfrm>
              <a:off x="730" y="1407"/>
              <a:ext cx="4043" cy="444"/>
              <a:chOff x="744" y="1407"/>
              <a:chExt cx="3988" cy="444"/>
            </a:xfrm>
            <a:grpFill/>
          </p:grpSpPr>
          <p:sp>
            <p:nvSpPr>
              <p:cNvPr id="44091" name="AutoShape 59"/>
              <p:cNvSpPr>
                <a:spLocks noChangeArrowheads="1"/>
              </p:cNvSpPr>
              <p:nvPr/>
            </p:nvSpPr>
            <p:spPr bwMode="gray">
              <a:xfrm>
                <a:off x="744" y="1737"/>
                <a:ext cx="3988" cy="115"/>
              </a:xfrm>
              <a:prstGeom prst="roundRect">
                <a:avLst>
                  <a:gd name="adj" fmla="val 50000"/>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Arial" pitchFamily="34" charset="0"/>
                  </a:defRPr>
                </a:lvl1pPr>
                <a:lvl2pPr marL="742950" indent="-285750" eaLnBrk="0" hangingPunct="0">
                  <a:defRPr b="1">
                    <a:solidFill>
                      <a:schemeClr val="tx1"/>
                    </a:solidFill>
                    <a:latin typeface="Arial" pitchFamily="34" charset="0"/>
                  </a:defRPr>
                </a:lvl2pPr>
                <a:lvl3pPr marL="1143000" indent="-228600" eaLnBrk="0" hangingPunct="0">
                  <a:defRPr b="1">
                    <a:solidFill>
                      <a:schemeClr val="tx1"/>
                    </a:solidFill>
                    <a:latin typeface="Arial" pitchFamily="34" charset="0"/>
                  </a:defRPr>
                </a:lvl3pPr>
                <a:lvl4pPr marL="1600200" indent="-228600" eaLnBrk="0" hangingPunct="0">
                  <a:defRPr b="1">
                    <a:solidFill>
                      <a:schemeClr val="tx1"/>
                    </a:solidFill>
                    <a:latin typeface="Arial" pitchFamily="34" charset="0"/>
                  </a:defRPr>
                </a:lvl4pPr>
                <a:lvl5pPr marL="2057400" indent="-228600" eaLnBrk="0" hangingPunct="0">
                  <a:defRPr b="1">
                    <a:solidFill>
                      <a:schemeClr val="tx1"/>
                    </a:solidFill>
                    <a:latin typeface="Arial" pitchFamily="34" charset="0"/>
                  </a:defRPr>
                </a:lvl5pPr>
                <a:lvl6pPr marL="2514600" indent="-228600" eaLnBrk="0" fontAlgn="base" hangingPunct="0">
                  <a:spcBef>
                    <a:spcPct val="0"/>
                  </a:spcBef>
                  <a:spcAft>
                    <a:spcPct val="0"/>
                  </a:spcAft>
                  <a:defRPr b="1">
                    <a:solidFill>
                      <a:schemeClr val="tx1"/>
                    </a:solidFill>
                    <a:latin typeface="Arial" pitchFamily="34" charset="0"/>
                  </a:defRPr>
                </a:lvl6pPr>
                <a:lvl7pPr marL="2971800" indent="-228600" eaLnBrk="0" fontAlgn="base" hangingPunct="0">
                  <a:spcBef>
                    <a:spcPct val="0"/>
                  </a:spcBef>
                  <a:spcAft>
                    <a:spcPct val="0"/>
                  </a:spcAft>
                  <a:defRPr b="1">
                    <a:solidFill>
                      <a:schemeClr val="tx1"/>
                    </a:solidFill>
                    <a:latin typeface="Arial" pitchFamily="34" charset="0"/>
                  </a:defRPr>
                </a:lvl7pPr>
                <a:lvl8pPr marL="3429000" indent="-228600" eaLnBrk="0" fontAlgn="base" hangingPunct="0">
                  <a:spcBef>
                    <a:spcPct val="0"/>
                  </a:spcBef>
                  <a:spcAft>
                    <a:spcPct val="0"/>
                  </a:spcAft>
                  <a:defRPr b="1">
                    <a:solidFill>
                      <a:schemeClr val="tx1"/>
                    </a:solidFill>
                    <a:latin typeface="Arial" pitchFamily="34" charset="0"/>
                  </a:defRPr>
                </a:lvl8pPr>
                <a:lvl9pPr marL="3886200" indent="-228600" eaLnBrk="0" fontAlgn="base" hangingPunct="0">
                  <a:spcBef>
                    <a:spcPct val="0"/>
                  </a:spcBef>
                  <a:spcAft>
                    <a:spcPct val="0"/>
                  </a:spcAft>
                  <a:defRPr b="1">
                    <a:solidFill>
                      <a:schemeClr val="tx1"/>
                    </a:solidFill>
                    <a:latin typeface="Arial" pitchFamily="34" charset="0"/>
                  </a:defRPr>
                </a:lvl9pPr>
              </a:lstStyle>
              <a:p>
                <a:pPr algn="l" eaLnBrk="1" hangingPunct="1">
                  <a:defRPr/>
                </a:pPr>
                <a:endParaRPr lang="zh-TW" altLang="en-US"/>
              </a:p>
            </p:txBody>
          </p:sp>
          <p:sp>
            <p:nvSpPr>
              <p:cNvPr id="44092" name="AutoShape 60"/>
              <p:cNvSpPr>
                <a:spLocks noChangeArrowheads="1"/>
              </p:cNvSpPr>
              <p:nvPr/>
            </p:nvSpPr>
            <p:spPr bwMode="gray">
              <a:xfrm>
                <a:off x="744" y="1407"/>
                <a:ext cx="3988" cy="115"/>
              </a:xfrm>
              <a:prstGeom prst="roundRect">
                <a:avLst>
                  <a:gd name="adj" fmla="val 50000"/>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Arial" pitchFamily="34" charset="0"/>
                  </a:defRPr>
                </a:lvl1pPr>
                <a:lvl2pPr marL="742950" indent="-285750" eaLnBrk="0" hangingPunct="0">
                  <a:defRPr b="1">
                    <a:solidFill>
                      <a:schemeClr val="tx1"/>
                    </a:solidFill>
                    <a:latin typeface="Arial" pitchFamily="34" charset="0"/>
                  </a:defRPr>
                </a:lvl2pPr>
                <a:lvl3pPr marL="1143000" indent="-228600" eaLnBrk="0" hangingPunct="0">
                  <a:defRPr b="1">
                    <a:solidFill>
                      <a:schemeClr val="tx1"/>
                    </a:solidFill>
                    <a:latin typeface="Arial" pitchFamily="34" charset="0"/>
                  </a:defRPr>
                </a:lvl3pPr>
                <a:lvl4pPr marL="1600200" indent="-228600" eaLnBrk="0" hangingPunct="0">
                  <a:defRPr b="1">
                    <a:solidFill>
                      <a:schemeClr val="tx1"/>
                    </a:solidFill>
                    <a:latin typeface="Arial" pitchFamily="34" charset="0"/>
                  </a:defRPr>
                </a:lvl4pPr>
                <a:lvl5pPr marL="2057400" indent="-228600" eaLnBrk="0" hangingPunct="0">
                  <a:defRPr b="1">
                    <a:solidFill>
                      <a:schemeClr val="tx1"/>
                    </a:solidFill>
                    <a:latin typeface="Arial" pitchFamily="34" charset="0"/>
                  </a:defRPr>
                </a:lvl5pPr>
                <a:lvl6pPr marL="2514600" indent="-228600" eaLnBrk="0" fontAlgn="base" hangingPunct="0">
                  <a:spcBef>
                    <a:spcPct val="0"/>
                  </a:spcBef>
                  <a:spcAft>
                    <a:spcPct val="0"/>
                  </a:spcAft>
                  <a:defRPr b="1">
                    <a:solidFill>
                      <a:schemeClr val="tx1"/>
                    </a:solidFill>
                    <a:latin typeface="Arial" pitchFamily="34" charset="0"/>
                  </a:defRPr>
                </a:lvl6pPr>
                <a:lvl7pPr marL="2971800" indent="-228600" eaLnBrk="0" fontAlgn="base" hangingPunct="0">
                  <a:spcBef>
                    <a:spcPct val="0"/>
                  </a:spcBef>
                  <a:spcAft>
                    <a:spcPct val="0"/>
                  </a:spcAft>
                  <a:defRPr b="1">
                    <a:solidFill>
                      <a:schemeClr val="tx1"/>
                    </a:solidFill>
                    <a:latin typeface="Arial" pitchFamily="34" charset="0"/>
                  </a:defRPr>
                </a:lvl7pPr>
                <a:lvl8pPr marL="3429000" indent="-228600" eaLnBrk="0" fontAlgn="base" hangingPunct="0">
                  <a:spcBef>
                    <a:spcPct val="0"/>
                  </a:spcBef>
                  <a:spcAft>
                    <a:spcPct val="0"/>
                  </a:spcAft>
                  <a:defRPr b="1">
                    <a:solidFill>
                      <a:schemeClr val="tx1"/>
                    </a:solidFill>
                    <a:latin typeface="Arial" pitchFamily="34" charset="0"/>
                  </a:defRPr>
                </a:lvl8pPr>
                <a:lvl9pPr marL="3886200" indent="-228600" eaLnBrk="0" fontAlgn="base" hangingPunct="0">
                  <a:spcBef>
                    <a:spcPct val="0"/>
                  </a:spcBef>
                  <a:spcAft>
                    <a:spcPct val="0"/>
                  </a:spcAft>
                  <a:defRPr b="1">
                    <a:solidFill>
                      <a:schemeClr val="tx1"/>
                    </a:solidFill>
                    <a:latin typeface="Arial" pitchFamily="34" charset="0"/>
                  </a:defRPr>
                </a:lvl9pPr>
              </a:lstStyle>
              <a:p>
                <a:pPr algn="l" eaLnBrk="1" hangingPunct="1">
                  <a:defRPr/>
                </a:pPr>
                <a:endParaRPr lang="zh-TW" altLang="en-US"/>
              </a:p>
            </p:txBody>
          </p:sp>
        </p:grpSp>
      </p:grpSp>
      <p:grpSp>
        <p:nvGrpSpPr>
          <p:cNvPr id="19463" name="Group 61"/>
          <p:cNvGrpSpPr>
            <a:grpSpLocks/>
          </p:cNvGrpSpPr>
          <p:nvPr/>
        </p:nvGrpSpPr>
        <p:grpSpPr bwMode="auto">
          <a:xfrm>
            <a:off x="1295400" y="3108325"/>
            <a:ext cx="611188" cy="608013"/>
            <a:chOff x="579" y="1386"/>
            <a:chExt cx="385" cy="383"/>
          </a:xfrm>
        </p:grpSpPr>
        <p:sp>
          <p:nvSpPr>
            <p:cNvPr id="19478" name="Oval 62"/>
            <p:cNvSpPr>
              <a:spLocks noChangeArrowheads="1"/>
            </p:cNvSpPr>
            <p:nvPr/>
          </p:nvSpPr>
          <p:spPr bwMode="gray">
            <a:xfrm>
              <a:off x="579" y="1386"/>
              <a:ext cx="385" cy="383"/>
            </a:xfrm>
            <a:prstGeom prst="ellipse">
              <a:avLst/>
            </a:prstGeom>
            <a:solidFill>
              <a:srgbClr val="80808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grpSp>
          <p:nvGrpSpPr>
            <p:cNvPr id="19479" name="Group 63"/>
            <p:cNvGrpSpPr>
              <a:grpSpLocks/>
            </p:cNvGrpSpPr>
            <p:nvPr/>
          </p:nvGrpSpPr>
          <p:grpSpPr bwMode="auto">
            <a:xfrm>
              <a:off x="587" y="1392"/>
              <a:ext cx="369" cy="369"/>
              <a:chOff x="587" y="1392"/>
              <a:chExt cx="369" cy="369"/>
            </a:xfrm>
          </p:grpSpPr>
          <p:sp>
            <p:nvSpPr>
              <p:cNvPr id="19480" name="Oval 64"/>
              <p:cNvSpPr>
                <a:spLocks noChangeArrowheads="1"/>
              </p:cNvSpPr>
              <p:nvPr/>
            </p:nvSpPr>
            <p:spPr bwMode="gray">
              <a:xfrm>
                <a:off x="587" y="1392"/>
                <a:ext cx="369" cy="369"/>
              </a:xfrm>
              <a:prstGeom prst="ellipse">
                <a:avLst/>
              </a:prstGeom>
              <a:gradFill rotWithShape="1">
                <a:gsLst>
                  <a:gs pos="0">
                    <a:srgbClr val="636869"/>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sp>
            <p:nvSpPr>
              <p:cNvPr id="19481" name="Oval 65"/>
              <p:cNvSpPr>
                <a:spLocks noChangeArrowheads="1"/>
              </p:cNvSpPr>
              <p:nvPr/>
            </p:nvSpPr>
            <p:spPr bwMode="gray">
              <a:xfrm>
                <a:off x="592" y="1394"/>
                <a:ext cx="359" cy="360"/>
              </a:xfrm>
              <a:prstGeom prst="ellipse">
                <a:avLst/>
              </a:prstGeom>
              <a:gradFill rotWithShape="1">
                <a:gsLst>
                  <a:gs pos="0">
                    <a:srgbClr val="D6E1E2">
                      <a:alpha val="0"/>
                    </a:srgbClr>
                  </a:gs>
                  <a:gs pos="100000">
                    <a:srgbClr val="F1F5F5"/>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sp>
            <p:nvSpPr>
              <p:cNvPr id="19482" name="Oval 66"/>
              <p:cNvSpPr>
                <a:spLocks noChangeArrowheads="1"/>
              </p:cNvSpPr>
              <p:nvPr/>
            </p:nvSpPr>
            <p:spPr bwMode="gray">
              <a:xfrm>
                <a:off x="596" y="1397"/>
                <a:ext cx="342" cy="337"/>
              </a:xfrm>
              <a:prstGeom prst="ellipse">
                <a:avLst/>
              </a:prstGeom>
              <a:gradFill rotWithShape="1">
                <a:gsLst>
                  <a:gs pos="0">
                    <a:srgbClr val="AAB2B3"/>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sp>
            <p:nvSpPr>
              <p:cNvPr id="19483" name="Oval 67"/>
              <p:cNvSpPr>
                <a:spLocks noChangeArrowheads="1"/>
              </p:cNvSpPr>
              <p:nvPr/>
            </p:nvSpPr>
            <p:spPr bwMode="gray">
              <a:xfrm>
                <a:off x="615" y="1407"/>
                <a:ext cx="305" cy="273"/>
              </a:xfrm>
              <a:prstGeom prst="ellipse">
                <a:avLst/>
              </a:prstGeom>
              <a:gradFill rotWithShape="1">
                <a:gsLst>
                  <a:gs pos="0">
                    <a:srgbClr val="FFFFFF"/>
                  </a:gs>
                  <a:gs pos="100000">
                    <a:srgbClr val="D6E1E2">
                      <a:alpha val="37999"/>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grpSp>
      </p:grpSp>
      <p:sp>
        <p:nvSpPr>
          <p:cNvPr id="19464" name="Text Box 68"/>
          <p:cNvSpPr txBox="1">
            <a:spLocks noChangeArrowheads="1"/>
          </p:cNvSpPr>
          <p:nvPr/>
        </p:nvSpPr>
        <p:spPr bwMode="gray">
          <a:xfrm>
            <a:off x="1403350" y="31781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TW" sz="2400">
                <a:solidFill>
                  <a:srgbClr val="080808"/>
                </a:solidFill>
              </a:rPr>
              <a:t>2</a:t>
            </a:r>
          </a:p>
        </p:txBody>
      </p:sp>
      <p:grpSp>
        <p:nvGrpSpPr>
          <p:cNvPr id="150557" name="Group 69"/>
          <p:cNvGrpSpPr>
            <a:grpSpLocks/>
          </p:cNvGrpSpPr>
          <p:nvPr/>
        </p:nvGrpSpPr>
        <p:grpSpPr bwMode="auto">
          <a:xfrm>
            <a:off x="1524000" y="4648200"/>
            <a:ext cx="6248400" cy="990600"/>
            <a:chOff x="720" y="1392"/>
            <a:chExt cx="4058" cy="480"/>
          </a:xfrm>
          <a:solidFill>
            <a:srgbClr val="7030A0"/>
          </a:solidFill>
        </p:grpSpPr>
        <p:sp>
          <p:nvSpPr>
            <p:cNvPr id="44102" name="AutoShape 70"/>
            <p:cNvSpPr>
              <a:spLocks noChangeArrowheads="1"/>
            </p:cNvSpPr>
            <p:nvPr/>
          </p:nvSpPr>
          <p:spPr bwMode="gray">
            <a:xfrm>
              <a:off x="720" y="1392"/>
              <a:ext cx="4058" cy="480"/>
            </a:xfrm>
            <a:prstGeom prst="roundRect">
              <a:avLst>
                <a:gd name="adj" fmla="val 17509"/>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Arial" pitchFamily="34" charset="0"/>
                </a:defRPr>
              </a:lvl1pPr>
              <a:lvl2pPr marL="742950" indent="-285750" eaLnBrk="0" hangingPunct="0">
                <a:defRPr b="1">
                  <a:solidFill>
                    <a:schemeClr val="tx1"/>
                  </a:solidFill>
                  <a:latin typeface="Arial" pitchFamily="34" charset="0"/>
                </a:defRPr>
              </a:lvl2pPr>
              <a:lvl3pPr marL="1143000" indent="-228600" eaLnBrk="0" hangingPunct="0">
                <a:defRPr b="1">
                  <a:solidFill>
                    <a:schemeClr val="tx1"/>
                  </a:solidFill>
                  <a:latin typeface="Arial" pitchFamily="34" charset="0"/>
                </a:defRPr>
              </a:lvl3pPr>
              <a:lvl4pPr marL="1600200" indent="-228600" eaLnBrk="0" hangingPunct="0">
                <a:defRPr b="1">
                  <a:solidFill>
                    <a:schemeClr val="tx1"/>
                  </a:solidFill>
                  <a:latin typeface="Arial" pitchFamily="34" charset="0"/>
                </a:defRPr>
              </a:lvl4pPr>
              <a:lvl5pPr marL="2057400" indent="-228600" eaLnBrk="0" hangingPunct="0">
                <a:defRPr b="1">
                  <a:solidFill>
                    <a:schemeClr val="tx1"/>
                  </a:solidFill>
                  <a:latin typeface="Arial" pitchFamily="34" charset="0"/>
                </a:defRPr>
              </a:lvl5pPr>
              <a:lvl6pPr marL="2514600" indent="-228600" eaLnBrk="0" fontAlgn="base" hangingPunct="0">
                <a:spcBef>
                  <a:spcPct val="0"/>
                </a:spcBef>
                <a:spcAft>
                  <a:spcPct val="0"/>
                </a:spcAft>
                <a:defRPr b="1">
                  <a:solidFill>
                    <a:schemeClr val="tx1"/>
                  </a:solidFill>
                  <a:latin typeface="Arial" pitchFamily="34" charset="0"/>
                </a:defRPr>
              </a:lvl6pPr>
              <a:lvl7pPr marL="2971800" indent="-228600" eaLnBrk="0" fontAlgn="base" hangingPunct="0">
                <a:spcBef>
                  <a:spcPct val="0"/>
                </a:spcBef>
                <a:spcAft>
                  <a:spcPct val="0"/>
                </a:spcAft>
                <a:defRPr b="1">
                  <a:solidFill>
                    <a:schemeClr val="tx1"/>
                  </a:solidFill>
                  <a:latin typeface="Arial" pitchFamily="34" charset="0"/>
                </a:defRPr>
              </a:lvl7pPr>
              <a:lvl8pPr marL="3429000" indent="-228600" eaLnBrk="0" fontAlgn="base" hangingPunct="0">
                <a:spcBef>
                  <a:spcPct val="0"/>
                </a:spcBef>
                <a:spcAft>
                  <a:spcPct val="0"/>
                </a:spcAft>
                <a:defRPr b="1">
                  <a:solidFill>
                    <a:schemeClr val="tx1"/>
                  </a:solidFill>
                  <a:latin typeface="Arial" pitchFamily="34" charset="0"/>
                </a:defRPr>
              </a:lvl8pPr>
              <a:lvl9pPr marL="3886200" indent="-228600" eaLnBrk="0" fontAlgn="base" hangingPunct="0">
                <a:spcBef>
                  <a:spcPct val="0"/>
                </a:spcBef>
                <a:spcAft>
                  <a:spcPct val="0"/>
                </a:spcAft>
                <a:defRPr b="1">
                  <a:solidFill>
                    <a:schemeClr val="tx1"/>
                  </a:solidFill>
                  <a:latin typeface="Arial" pitchFamily="34" charset="0"/>
                </a:defRPr>
              </a:lvl9pPr>
            </a:lstStyle>
            <a:p>
              <a:pPr algn="l" eaLnBrk="1" hangingPunct="1">
                <a:defRPr/>
              </a:pPr>
              <a:endParaRPr lang="zh-TW" altLang="en-US"/>
            </a:p>
          </p:txBody>
        </p:sp>
        <p:grpSp>
          <p:nvGrpSpPr>
            <p:cNvPr id="150559" name="Group 71"/>
            <p:cNvGrpSpPr>
              <a:grpSpLocks/>
            </p:cNvGrpSpPr>
            <p:nvPr/>
          </p:nvGrpSpPr>
          <p:grpSpPr bwMode="auto">
            <a:xfrm>
              <a:off x="730" y="1407"/>
              <a:ext cx="4043" cy="444"/>
              <a:chOff x="744" y="1407"/>
              <a:chExt cx="3988" cy="444"/>
            </a:xfrm>
            <a:grpFill/>
          </p:grpSpPr>
          <p:sp>
            <p:nvSpPr>
              <p:cNvPr id="44104" name="AutoShape 72"/>
              <p:cNvSpPr>
                <a:spLocks noChangeArrowheads="1"/>
              </p:cNvSpPr>
              <p:nvPr/>
            </p:nvSpPr>
            <p:spPr bwMode="gray">
              <a:xfrm>
                <a:off x="744" y="1737"/>
                <a:ext cx="3988" cy="115"/>
              </a:xfrm>
              <a:prstGeom prst="roundRect">
                <a:avLst>
                  <a:gd name="adj" fmla="val 50000"/>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Arial" pitchFamily="34" charset="0"/>
                  </a:defRPr>
                </a:lvl1pPr>
                <a:lvl2pPr marL="742950" indent="-285750" eaLnBrk="0" hangingPunct="0">
                  <a:defRPr b="1">
                    <a:solidFill>
                      <a:schemeClr val="tx1"/>
                    </a:solidFill>
                    <a:latin typeface="Arial" pitchFamily="34" charset="0"/>
                  </a:defRPr>
                </a:lvl2pPr>
                <a:lvl3pPr marL="1143000" indent="-228600" eaLnBrk="0" hangingPunct="0">
                  <a:defRPr b="1">
                    <a:solidFill>
                      <a:schemeClr val="tx1"/>
                    </a:solidFill>
                    <a:latin typeface="Arial" pitchFamily="34" charset="0"/>
                  </a:defRPr>
                </a:lvl3pPr>
                <a:lvl4pPr marL="1600200" indent="-228600" eaLnBrk="0" hangingPunct="0">
                  <a:defRPr b="1">
                    <a:solidFill>
                      <a:schemeClr val="tx1"/>
                    </a:solidFill>
                    <a:latin typeface="Arial" pitchFamily="34" charset="0"/>
                  </a:defRPr>
                </a:lvl4pPr>
                <a:lvl5pPr marL="2057400" indent="-228600" eaLnBrk="0" hangingPunct="0">
                  <a:defRPr b="1">
                    <a:solidFill>
                      <a:schemeClr val="tx1"/>
                    </a:solidFill>
                    <a:latin typeface="Arial" pitchFamily="34" charset="0"/>
                  </a:defRPr>
                </a:lvl5pPr>
                <a:lvl6pPr marL="2514600" indent="-228600" eaLnBrk="0" fontAlgn="base" hangingPunct="0">
                  <a:spcBef>
                    <a:spcPct val="0"/>
                  </a:spcBef>
                  <a:spcAft>
                    <a:spcPct val="0"/>
                  </a:spcAft>
                  <a:defRPr b="1">
                    <a:solidFill>
                      <a:schemeClr val="tx1"/>
                    </a:solidFill>
                    <a:latin typeface="Arial" pitchFamily="34" charset="0"/>
                  </a:defRPr>
                </a:lvl6pPr>
                <a:lvl7pPr marL="2971800" indent="-228600" eaLnBrk="0" fontAlgn="base" hangingPunct="0">
                  <a:spcBef>
                    <a:spcPct val="0"/>
                  </a:spcBef>
                  <a:spcAft>
                    <a:spcPct val="0"/>
                  </a:spcAft>
                  <a:defRPr b="1">
                    <a:solidFill>
                      <a:schemeClr val="tx1"/>
                    </a:solidFill>
                    <a:latin typeface="Arial" pitchFamily="34" charset="0"/>
                  </a:defRPr>
                </a:lvl7pPr>
                <a:lvl8pPr marL="3429000" indent="-228600" eaLnBrk="0" fontAlgn="base" hangingPunct="0">
                  <a:spcBef>
                    <a:spcPct val="0"/>
                  </a:spcBef>
                  <a:spcAft>
                    <a:spcPct val="0"/>
                  </a:spcAft>
                  <a:defRPr b="1">
                    <a:solidFill>
                      <a:schemeClr val="tx1"/>
                    </a:solidFill>
                    <a:latin typeface="Arial" pitchFamily="34" charset="0"/>
                  </a:defRPr>
                </a:lvl8pPr>
                <a:lvl9pPr marL="3886200" indent="-228600" eaLnBrk="0" fontAlgn="base" hangingPunct="0">
                  <a:spcBef>
                    <a:spcPct val="0"/>
                  </a:spcBef>
                  <a:spcAft>
                    <a:spcPct val="0"/>
                  </a:spcAft>
                  <a:defRPr b="1">
                    <a:solidFill>
                      <a:schemeClr val="tx1"/>
                    </a:solidFill>
                    <a:latin typeface="Arial" pitchFamily="34" charset="0"/>
                  </a:defRPr>
                </a:lvl9pPr>
              </a:lstStyle>
              <a:p>
                <a:pPr algn="l" eaLnBrk="1" hangingPunct="1">
                  <a:defRPr/>
                </a:pPr>
                <a:endParaRPr lang="zh-TW" altLang="en-US"/>
              </a:p>
            </p:txBody>
          </p:sp>
          <p:sp>
            <p:nvSpPr>
              <p:cNvPr id="44105" name="AutoShape 73"/>
              <p:cNvSpPr>
                <a:spLocks noChangeArrowheads="1"/>
              </p:cNvSpPr>
              <p:nvPr/>
            </p:nvSpPr>
            <p:spPr bwMode="gray">
              <a:xfrm>
                <a:off x="744" y="1407"/>
                <a:ext cx="3988" cy="115"/>
              </a:xfrm>
              <a:prstGeom prst="roundRect">
                <a:avLst>
                  <a:gd name="adj" fmla="val 50000"/>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Arial" pitchFamily="34" charset="0"/>
                  </a:defRPr>
                </a:lvl1pPr>
                <a:lvl2pPr marL="742950" indent="-285750" eaLnBrk="0" hangingPunct="0">
                  <a:defRPr b="1">
                    <a:solidFill>
                      <a:schemeClr val="tx1"/>
                    </a:solidFill>
                    <a:latin typeface="Arial" pitchFamily="34" charset="0"/>
                  </a:defRPr>
                </a:lvl2pPr>
                <a:lvl3pPr marL="1143000" indent="-228600" eaLnBrk="0" hangingPunct="0">
                  <a:defRPr b="1">
                    <a:solidFill>
                      <a:schemeClr val="tx1"/>
                    </a:solidFill>
                    <a:latin typeface="Arial" pitchFamily="34" charset="0"/>
                  </a:defRPr>
                </a:lvl3pPr>
                <a:lvl4pPr marL="1600200" indent="-228600" eaLnBrk="0" hangingPunct="0">
                  <a:defRPr b="1">
                    <a:solidFill>
                      <a:schemeClr val="tx1"/>
                    </a:solidFill>
                    <a:latin typeface="Arial" pitchFamily="34" charset="0"/>
                  </a:defRPr>
                </a:lvl4pPr>
                <a:lvl5pPr marL="2057400" indent="-228600" eaLnBrk="0" hangingPunct="0">
                  <a:defRPr b="1">
                    <a:solidFill>
                      <a:schemeClr val="tx1"/>
                    </a:solidFill>
                    <a:latin typeface="Arial" pitchFamily="34" charset="0"/>
                  </a:defRPr>
                </a:lvl5pPr>
                <a:lvl6pPr marL="2514600" indent="-228600" eaLnBrk="0" fontAlgn="base" hangingPunct="0">
                  <a:spcBef>
                    <a:spcPct val="0"/>
                  </a:spcBef>
                  <a:spcAft>
                    <a:spcPct val="0"/>
                  </a:spcAft>
                  <a:defRPr b="1">
                    <a:solidFill>
                      <a:schemeClr val="tx1"/>
                    </a:solidFill>
                    <a:latin typeface="Arial" pitchFamily="34" charset="0"/>
                  </a:defRPr>
                </a:lvl6pPr>
                <a:lvl7pPr marL="2971800" indent="-228600" eaLnBrk="0" fontAlgn="base" hangingPunct="0">
                  <a:spcBef>
                    <a:spcPct val="0"/>
                  </a:spcBef>
                  <a:spcAft>
                    <a:spcPct val="0"/>
                  </a:spcAft>
                  <a:defRPr b="1">
                    <a:solidFill>
                      <a:schemeClr val="tx1"/>
                    </a:solidFill>
                    <a:latin typeface="Arial" pitchFamily="34" charset="0"/>
                  </a:defRPr>
                </a:lvl7pPr>
                <a:lvl8pPr marL="3429000" indent="-228600" eaLnBrk="0" fontAlgn="base" hangingPunct="0">
                  <a:spcBef>
                    <a:spcPct val="0"/>
                  </a:spcBef>
                  <a:spcAft>
                    <a:spcPct val="0"/>
                  </a:spcAft>
                  <a:defRPr b="1">
                    <a:solidFill>
                      <a:schemeClr val="tx1"/>
                    </a:solidFill>
                    <a:latin typeface="Arial" pitchFamily="34" charset="0"/>
                  </a:defRPr>
                </a:lvl8pPr>
                <a:lvl9pPr marL="3886200" indent="-228600" eaLnBrk="0" fontAlgn="base" hangingPunct="0">
                  <a:spcBef>
                    <a:spcPct val="0"/>
                  </a:spcBef>
                  <a:spcAft>
                    <a:spcPct val="0"/>
                  </a:spcAft>
                  <a:defRPr b="1">
                    <a:solidFill>
                      <a:schemeClr val="tx1"/>
                    </a:solidFill>
                    <a:latin typeface="Arial" pitchFamily="34" charset="0"/>
                  </a:defRPr>
                </a:lvl9pPr>
              </a:lstStyle>
              <a:p>
                <a:pPr algn="l" eaLnBrk="1" hangingPunct="1">
                  <a:defRPr/>
                </a:pPr>
                <a:endParaRPr lang="zh-TW" altLang="en-US"/>
              </a:p>
            </p:txBody>
          </p:sp>
        </p:grpSp>
      </p:grpSp>
      <p:grpSp>
        <p:nvGrpSpPr>
          <p:cNvPr id="19466" name="Group 74"/>
          <p:cNvGrpSpPr>
            <a:grpSpLocks/>
          </p:cNvGrpSpPr>
          <p:nvPr/>
        </p:nvGrpSpPr>
        <p:grpSpPr bwMode="auto">
          <a:xfrm>
            <a:off x="1295400" y="4419600"/>
            <a:ext cx="611188" cy="608013"/>
            <a:chOff x="579" y="1386"/>
            <a:chExt cx="385" cy="383"/>
          </a:xfrm>
        </p:grpSpPr>
        <p:sp>
          <p:nvSpPr>
            <p:cNvPr id="19472" name="Oval 75"/>
            <p:cNvSpPr>
              <a:spLocks noChangeArrowheads="1"/>
            </p:cNvSpPr>
            <p:nvPr/>
          </p:nvSpPr>
          <p:spPr bwMode="gray">
            <a:xfrm>
              <a:off x="579" y="1386"/>
              <a:ext cx="385" cy="383"/>
            </a:xfrm>
            <a:prstGeom prst="ellipse">
              <a:avLst/>
            </a:prstGeom>
            <a:solidFill>
              <a:srgbClr val="80808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grpSp>
          <p:nvGrpSpPr>
            <p:cNvPr id="19473" name="Group 76"/>
            <p:cNvGrpSpPr>
              <a:grpSpLocks/>
            </p:cNvGrpSpPr>
            <p:nvPr/>
          </p:nvGrpSpPr>
          <p:grpSpPr bwMode="auto">
            <a:xfrm>
              <a:off x="587" y="1392"/>
              <a:ext cx="369" cy="369"/>
              <a:chOff x="587" y="1392"/>
              <a:chExt cx="369" cy="369"/>
            </a:xfrm>
          </p:grpSpPr>
          <p:sp>
            <p:nvSpPr>
              <p:cNvPr id="19474" name="Oval 77"/>
              <p:cNvSpPr>
                <a:spLocks noChangeArrowheads="1"/>
              </p:cNvSpPr>
              <p:nvPr/>
            </p:nvSpPr>
            <p:spPr bwMode="gray">
              <a:xfrm>
                <a:off x="587" y="1392"/>
                <a:ext cx="369" cy="369"/>
              </a:xfrm>
              <a:prstGeom prst="ellipse">
                <a:avLst/>
              </a:prstGeom>
              <a:gradFill rotWithShape="1">
                <a:gsLst>
                  <a:gs pos="0">
                    <a:srgbClr val="636869"/>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sp>
            <p:nvSpPr>
              <p:cNvPr id="19475" name="Oval 78"/>
              <p:cNvSpPr>
                <a:spLocks noChangeArrowheads="1"/>
              </p:cNvSpPr>
              <p:nvPr/>
            </p:nvSpPr>
            <p:spPr bwMode="gray">
              <a:xfrm>
                <a:off x="592" y="1394"/>
                <a:ext cx="359" cy="360"/>
              </a:xfrm>
              <a:prstGeom prst="ellipse">
                <a:avLst/>
              </a:prstGeom>
              <a:gradFill rotWithShape="1">
                <a:gsLst>
                  <a:gs pos="0">
                    <a:srgbClr val="D6E1E2">
                      <a:alpha val="0"/>
                    </a:srgbClr>
                  </a:gs>
                  <a:gs pos="100000">
                    <a:srgbClr val="F1F5F5"/>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sp>
            <p:nvSpPr>
              <p:cNvPr id="19476" name="Oval 79"/>
              <p:cNvSpPr>
                <a:spLocks noChangeArrowheads="1"/>
              </p:cNvSpPr>
              <p:nvPr/>
            </p:nvSpPr>
            <p:spPr bwMode="gray">
              <a:xfrm>
                <a:off x="596" y="1397"/>
                <a:ext cx="342" cy="337"/>
              </a:xfrm>
              <a:prstGeom prst="ellipse">
                <a:avLst/>
              </a:prstGeom>
              <a:gradFill rotWithShape="1">
                <a:gsLst>
                  <a:gs pos="0">
                    <a:srgbClr val="AAB2B3"/>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sp>
            <p:nvSpPr>
              <p:cNvPr id="19477" name="Oval 80"/>
              <p:cNvSpPr>
                <a:spLocks noChangeArrowheads="1"/>
              </p:cNvSpPr>
              <p:nvPr/>
            </p:nvSpPr>
            <p:spPr bwMode="gray">
              <a:xfrm>
                <a:off x="615" y="1407"/>
                <a:ext cx="305" cy="273"/>
              </a:xfrm>
              <a:prstGeom prst="ellipse">
                <a:avLst/>
              </a:prstGeom>
              <a:gradFill rotWithShape="1">
                <a:gsLst>
                  <a:gs pos="0">
                    <a:srgbClr val="FFFFFF"/>
                  </a:gs>
                  <a:gs pos="100000">
                    <a:srgbClr val="D6E1E2">
                      <a:alpha val="37999"/>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a:p>
            </p:txBody>
          </p:sp>
        </p:grpSp>
      </p:grpSp>
      <p:sp>
        <p:nvSpPr>
          <p:cNvPr id="19467" name="Text Box 81"/>
          <p:cNvSpPr txBox="1">
            <a:spLocks noChangeArrowheads="1"/>
          </p:cNvSpPr>
          <p:nvPr/>
        </p:nvSpPr>
        <p:spPr bwMode="gray">
          <a:xfrm>
            <a:off x="1403350" y="448945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TW" sz="2400">
                <a:solidFill>
                  <a:srgbClr val="080808"/>
                </a:solidFill>
              </a:rPr>
              <a:t>3</a:t>
            </a:r>
          </a:p>
        </p:txBody>
      </p:sp>
      <p:sp>
        <p:nvSpPr>
          <p:cNvPr id="15372" name="Text Box 82"/>
          <p:cNvSpPr txBox="1">
            <a:spLocks noChangeArrowheads="1"/>
          </p:cNvSpPr>
          <p:nvPr/>
        </p:nvSpPr>
        <p:spPr bwMode="white">
          <a:xfrm>
            <a:off x="1965325" y="2270125"/>
            <a:ext cx="563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ClrTx/>
              <a:buFontTx/>
              <a:buNone/>
            </a:pPr>
            <a:r>
              <a:rPr lang="zh-TW" altLang="en-US" b="0">
                <a:solidFill>
                  <a:srgbClr val="FEFFFF"/>
                </a:solidFill>
                <a:ea typeface="華康中特圓體" pitchFamily="49" charset="-120"/>
              </a:rPr>
              <a:t>會員大會</a:t>
            </a:r>
          </a:p>
        </p:txBody>
      </p:sp>
      <p:sp>
        <p:nvSpPr>
          <p:cNvPr id="15373" name="Text Box 83"/>
          <p:cNvSpPr txBox="1">
            <a:spLocks noChangeArrowheads="1"/>
          </p:cNvSpPr>
          <p:nvPr/>
        </p:nvSpPr>
        <p:spPr bwMode="white">
          <a:xfrm>
            <a:off x="1965325" y="3552825"/>
            <a:ext cx="563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ClrTx/>
              <a:buFontTx/>
              <a:buNone/>
            </a:pPr>
            <a:r>
              <a:rPr lang="zh-TW" altLang="en-US" b="0">
                <a:solidFill>
                  <a:srgbClr val="FEFFFF"/>
                </a:solidFill>
                <a:ea typeface="華康中特圓體" pitchFamily="49" charset="-120"/>
              </a:rPr>
              <a:t>理事會</a:t>
            </a:r>
          </a:p>
        </p:txBody>
      </p:sp>
      <p:sp>
        <p:nvSpPr>
          <p:cNvPr id="15374" name="Text Box 84"/>
          <p:cNvSpPr txBox="1">
            <a:spLocks noChangeArrowheads="1"/>
          </p:cNvSpPr>
          <p:nvPr/>
        </p:nvSpPr>
        <p:spPr bwMode="white">
          <a:xfrm>
            <a:off x="1965325" y="4846638"/>
            <a:ext cx="5638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ClrTx/>
              <a:buFontTx/>
              <a:buNone/>
            </a:pPr>
            <a:r>
              <a:rPr lang="zh-TW" altLang="en-US" b="0">
                <a:solidFill>
                  <a:srgbClr val="FEFFFF"/>
                </a:solidFill>
                <a:ea typeface="華康中特圓體" pitchFamily="49" charset="-120"/>
              </a:rPr>
              <a:t>監事會</a:t>
            </a:r>
          </a:p>
        </p:txBody>
      </p:sp>
      <p:sp>
        <p:nvSpPr>
          <p:cNvPr id="19471" name="Rectangle 34"/>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FEF926"/>
                </a:solidFill>
              </a:rPr>
              <a:t>☆</a:t>
            </a:r>
            <a:endParaRPr lang="zh-TW" altLang="en-US" sz="1800">
              <a:solidFill>
                <a:srgbClr val="FEF926"/>
              </a:solidFill>
            </a:endParaRPr>
          </a:p>
        </p:txBody>
      </p:sp>
      <p:sp>
        <p:nvSpPr>
          <p:cNvPr id="46" name="文字方塊 45"/>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1444051282"/>
      </p:ext>
    </p:extLst>
  </p:cSld>
  <p:clrMapOvr>
    <a:masterClrMapping/>
  </p:clrMapOvr>
  <p:transition>
    <p:comb/>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0" presetClass="entr" presetSubtype="0" fill="hold" grpId="0" nodeType="with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fade">
                                      <p:cBhvr>
                                        <p:cTn id="7" dur="800" decel="100000"/>
                                        <p:tgtEl>
                                          <p:spTgt spid="44034"/>
                                        </p:tgtEl>
                                      </p:cBhvr>
                                    </p:animEffect>
                                    <p:anim calcmode="lin" valueType="num">
                                      <p:cBhvr>
                                        <p:cTn id="8" dur="800" decel="100000" fill="hold"/>
                                        <p:tgtEl>
                                          <p:spTgt spid="44034"/>
                                        </p:tgtEl>
                                        <p:attrNameLst>
                                          <p:attrName>style.rotation</p:attrName>
                                        </p:attrNameLst>
                                      </p:cBhvr>
                                      <p:tavLst>
                                        <p:tav tm="0">
                                          <p:val>
                                            <p:fltVal val="-90"/>
                                          </p:val>
                                        </p:tav>
                                        <p:tav tm="100000">
                                          <p:val>
                                            <p:fltVal val="0"/>
                                          </p:val>
                                        </p:tav>
                                      </p:tavLst>
                                    </p:anim>
                                    <p:anim calcmode="lin" valueType="num">
                                      <p:cBhvr>
                                        <p:cTn id="9" dur="800" decel="100000" fill="hold"/>
                                        <p:tgtEl>
                                          <p:spTgt spid="44034"/>
                                        </p:tgtEl>
                                        <p:attrNameLst>
                                          <p:attrName>ppt_x</p:attrName>
                                        </p:attrNameLst>
                                      </p:cBhvr>
                                      <p:tavLst>
                                        <p:tav tm="0">
                                          <p:val>
                                            <p:strVal val="#ppt_x+0.4"/>
                                          </p:val>
                                        </p:tav>
                                        <p:tav tm="100000">
                                          <p:val>
                                            <p:strVal val="#ppt_x-0.05"/>
                                          </p:val>
                                        </p:tav>
                                      </p:tavLst>
                                    </p:anim>
                                    <p:anim calcmode="lin" valueType="num">
                                      <p:cBhvr>
                                        <p:cTn id="10" dur="800" decel="100000" fill="hold"/>
                                        <p:tgtEl>
                                          <p:spTgt spid="44034"/>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4034"/>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4034"/>
                                        </p:tgtEl>
                                        <p:attrNameLst>
                                          <p:attrName>ppt_y</p:attrName>
                                        </p:attrNameLst>
                                      </p:cBhvr>
                                      <p:tavLst>
                                        <p:tav tm="0">
                                          <p:val>
                                            <p:strVal val="#ppt_y+0.1"/>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372"/>
                                        </p:tgtEl>
                                        <p:attrNameLst>
                                          <p:attrName>style.visibility</p:attrName>
                                        </p:attrNameLst>
                                      </p:cBhvr>
                                      <p:to>
                                        <p:strVal val="visible"/>
                                      </p:to>
                                    </p:set>
                                    <p:anim calcmode="lin" valueType="num">
                                      <p:cBhvr additive="base">
                                        <p:cTn id="17" dur="500" fill="hold"/>
                                        <p:tgtEl>
                                          <p:spTgt spid="15372"/>
                                        </p:tgtEl>
                                        <p:attrNameLst>
                                          <p:attrName>ppt_x</p:attrName>
                                        </p:attrNameLst>
                                      </p:cBhvr>
                                      <p:tavLst>
                                        <p:tav tm="0">
                                          <p:val>
                                            <p:strVal val="#ppt_x"/>
                                          </p:val>
                                        </p:tav>
                                        <p:tav tm="100000">
                                          <p:val>
                                            <p:strVal val="#ppt_x"/>
                                          </p:val>
                                        </p:tav>
                                      </p:tavLst>
                                    </p:anim>
                                    <p:anim calcmode="lin" valueType="num">
                                      <p:cBhvr additive="base">
                                        <p:cTn id="18" dur="500" fill="hold"/>
                                        <p:tgtEl>
                                          <p:spTgt spid="1537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5373"/>
                                        </p:tgtEl>
                                        <p:attrNameLst>
                                          <p:attrName>style.visibility</p:attrName>
                                        </p:attrNameLst>
                                      </p:cBhvr>
                                      <p:to>
                                        <p:strVal val="visible"/>
                                      </p:to>
                                    </p:set>
                                    <p:anim calcmode="lin" valueType="num">
                                      <p:cBhvr additive="base">
                                        <p:cTn id="23" dur="500" fill="hold"/>
                                        <p:tgtEl>
                                          <p:spTgt spid="15373"/>
                                        </p:tgtEl>
                                        <p:attrNameLst>
                                          <p:attrName>ppt_x</p:attrName>
                                        </p:attrNameLst>
                                      </p:cBhvr>
                                      <p:tavLst>
                                        <p:tav tm="0">
                                          <p:val>
                                            <p:strVal val="#ppt_x"/>
                                          </p:val>
                                        </p:tav>
                                        <p:tav tm="100000">
                                          <p:val>
                                            <p:strVal val="#ppt_x"/>
                                          </p:val>
                                        </p:tav>
                                      </p:tavLst>
                                    </p:anim>
                                    <p:anim calcmode="lin" valueType="num">
                                      <p:cBhvr additive="base">
                                        <p:cTn id="24" dur="500" fill="hold"/>
                                        <p:tgtEl>
                                          <p:spTgt spid="15373"/>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5374"/>
                                        </p:tgtEl>
                                        <p:attrNameLst>
                                          <p:attrName>style.visibility</p:attrName>
                                        </p:attrNameLst>
                                      </p:cBhvr>
                                      <p:to>
                                        <p:strVal val="visible"/>
                                      </p:to>
                                    </p:set>
                                    <p:anim calcmode="lin" valueType="num">
                                      <p:cBhvr additive="base">
                                        <p:cTn id="29" dur="500" fill="hold"/>
                                        <p:tgtEl>
                                          <p:spTgt spid="15374"/>
                                        </p:tgtEl>
                                        <p:attrNameLst>
                                          <p:attrName>ppt_x</p:attrName>
                                        </p:attrNameLst>
                                      </p:cBhvr>
                                      <p:tavLst>
                                        <p:tav tm="0">
                                          <p:val>
                                            <p:strVal val="#ppt_x"/>
                                          </p:val>
                                        </p:tav>
                                        <p:tav tm="100000">
                                          <p:val>
                                            <p:strVal val="#ppt_x"/>
                                          </p:val>
                                        </p:tav>
                                      </p:tavLst>
                                    </p:anim>
                                    <p:anim calcmode="lin" valueType="num">
                                      <p:cBhvr additive="base">
                                        <p:cTn id="30" dur="500" fill="hold"/>
                                        <p:tgtEl>
                                          <p:spTgt spid="153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p:bldP spid="15372" grpId="0"/>
      <p:bldP spid="15373" grpId="0"/>
      <p:bldP spid="15374"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body" idx="4294967295"/>
          </p:nvPr>
        </p:nvSpPr>
        <p:spPr>
          <a:xfrm>
            <a:off x="539750" y="1341438"/>
            <a:ext cx="8135938" cy="4321175"/>
          </a:xfrm>
        </p:spPr>
        <p:txBody>
          <a:bodyPr/>
          <a:lstStyle/>
          <a:p>
            <a:pPr eaLnBrk="1" hangingPunct="1">
              <a:buFontTx/>
              <a:buNone/>
            </a:pPr>
            <a:r>
              <a:rPr lang="zh-TW" altLang="en-US" sz="2800">
                <a:latin typeface="標楷體" panose="03000509000000000000" pitchFamily="65" charset="-120"/>
                <a:ea typeface="標楷體" panose="03000509000000000000" pitchFamily="65" charset="-120"/>
              </a:rPr>
              <a:t>一、訂定與變更章程。</a:t>
            </a:r>
          </a:p>
          <a:p>
            <a:pPr eaLnBrk="1" hangingPunct="1">
              <a:buFontTx/>
              <a:buNone/>
            </a:pPr>
            <a:r>
              <a:rPr lang="zh-TW" altLang="en-US" sz="2800">
                <a:latin typeface="標楷體" panose="03000509000000000000" pitchFamily="65" charset="-120"/>
                <a:ea typeface="標楷體" panose="03000509000000000000" pitchFamily="65" charset="-120"/>
              </a:rPr>
              <a:t>二、選舉或罷免理事、監事。</a:t>
            </a:r>
          </a:p>
          <a:p>
            <a:pPr eaLnBrk="1" hangingPunct="1">
              <a:buFontTx/>
              <a:buNone/>
            </a:pPr>
            <a:r>
              <a:rPr lang="zh-TW" altLang="en-US" sz="2800">
                <a:latin typeface="標楷體" panose="03000509000000000000" pitchFamily="65" charset="-120"/>
                <a:ea typeface="標楷體" panose="03000509000000000000" pitchFamily="65" charset="-120"/>
              </a:rPr>
              <a:t>三、</a:t>
            </a:r>
            <a:r>
              <a:rPr lang="zh-TW" altLang="en-US" sz="2800">
                <a:solidFill>
                  <a:srgbClr val="FF0000"/>
                </a:solidFill>
                <a:latin typeface="標楷體" panose="03000509000000000000" pitchFamily="65" charset="-120"/>
                <a:ea typeface="標楷體" panose="03000509000000000000" pitchFamily="65" charset="-120"/>
              </a:rPr>
              <a:t>議決入會費、常年會費、事業費及會員捐款之</a:t>
            </a:r>
            <a:endParaRPr lang="en-US" altLang="zh-TW" sz="2800">
              <a:solidFill>
                <a:srgbClr val="FF0000"/>
              </a:solidFill>
              <a:latin typeface="標楷體" panose="03000509000000000000" pitchFamily="65" charset="-120"/>
              <a:ea typeface="標楷體" panose="03000509000000000000" pitchFamily="65" charset="-120"/>
            </a:endParaRPr>
          </a:p>
          <a:p>
            <a:pPr eaLnBrk="1" hangingPunct="1">
              <a:buFontTx/>
              <a:buNone/>
            </a:pPr>
            <a:r>
              <a:rPr lang="en-US" altLang="zh-TW" sz="2800">
                <a:solidFill>
                  <a:srgbClr val="FF0000"/>
                </a:solidFill>
                <a:latin typeface="標楷體" panose="03000509000000000000" pitchFamily="65" charset="-120"/>
                <a:ea typeface="標楷體" panose="03000509000000000000" pitchFamily="65" charset="-120"/>
              </a:rPr>
              <a:t>    </a:t>
            </a:r>
            <a:r>
              <a:rPr lang="zh-TW" altLang="en-US" sz="2800">
                <a:solidFill>
                  <a:srgbClr val="FF0000"/>
                </a:solidFill>
                <a:latin typeface="標楷體" panose="03000509000000000000" pitchFamily="65" charset="-120"/>
                <a:ea typeface="標楷體" panose="03000509000000000000" pitchFamily="65" charset="-120"/>
              </a:rPr>
              <a:t>數額及方式</a:t>
            </a:r>
            <a:r>
              <a:rPr lang="zh-TW" altLang="en-US" sz="2800">
                <a:latin typeface="標楷體" panose="03000509000000000000" pitchFamily="65" charset="-120"/>
                <a:ea typeface="標楷體" panose="03000509000000000000" pitchFamily="65" charset="-120"/>
              </a:rPr>
              <a:t>。</a:t>
            </a:r>
          </a:p>
          <a:p>
            <a:pPr eaLnBrk="1" hangingPunct="1">
              <a:buFontTx/>
              <a:buNone/>
            </a:pPr>
            <a:r>
              <a:rPr lang="zh-TW" altLang="en-US" sz="2800">
                <a:latin typeface="標楷體" panose="03000509000000000000" pitchFamily="65" charset="-120"/>
                <a:ea typeface="標楷體" panose="03000509000000000000" pitchFamily="65" charset="-120"/>
              </a:rPr>
              <a:t>四、議決年度工作計畫、報告及預算、決算。</a:t>
            </a:r>
          </a:p>
          <a:p>
            <a:pPr eaLnBrk="1" hangingPunct="1">
              <a:buFontTx/>
              <a:buNone/>
            </a:pPr>
            <a:r>
              <a:rPr lang="zh-TW" altLang="en-US" sz="2800">
                <a:latin typeface="標楷體" panose="03000509000000000000" pitchFamily="65" charset="-120"/>
                <a:ea typeface="標楷體" panose="03000509000000000000" pitchFamily="65" charset="-120"/>
              </a:rPr>
              <a:t>五、</a:t>
            </a:r>
            <a:r>
              <a:rPr lang="zh-TW" altLang="en-US" sz="2800">
                <a:solidFill>
                  <a:srgbClr val="FF0000"/>
                </a:solidFill>
                <a:latin typeface="標楷體" panose="03000509000000000000" pitchFamily="65" charset="-120"/>
                <a:ea typeface="標楷體" panose="03000509000000000000" pitchFamily="65" charset="-120"/>
              </a:rPr>
              <a:t>議決會員（會員代表）之除名處分</a:t>
            </a:r>
            <a:r>
              <a:rPr lang="zh-TW" altLang="en-US" sz="2800">
                <a:latin typeface="標楷體" panose="03000509000000000000" pitchFamily="65" charset="-120"/>
                <a:ea typeface="標楷體" panose="03000509000000000000" pitchFamily="65" charset="-120"/>
              </a:rPr>
              <a:t>。</a:t>
            </a:r>
          </a:p>
          <a:p>
            <a:pPr eaLnBrk="1" hangingPunct="1">
              <a:buFontTx/>
              <a:buNone/>
            </a:pPr>
            <a:r>
              <a:rPr lang="zh-TW" altLang="en-US" sz="2800">
                <a:latin typeface="標楷體" panose="03000509000000000000" pitchFamily="65" charset="-120"/>
                <a:ea typeface="標楷體" panose="03000509000000000000" pitchFamily="65" charset="-120"/>
              </a:rPr>
              <a:t>六、議決財產之處分。</a:t>
            </a:r>
          </a:p>
          <a:p>
            <a:pPr eaLnBrk="1" hangingPunct="1">
              <a:buFontTx/>
              <a:buNone/>
            </a:pPr>
            <a:r>
              <a:rPr lang="zh-TW" altLang="en-US" sz="2800">
                <a:latin typeface="標楷體" panose="03000509000000000000" pitchFamily="65" charset="-120"/>
                <a:ea typeface="標楷體" panose="03000509000000000000" pitchFamily="65" charset="-120"/>
              </a:rPr>
              <a:t>七、議決團體之解散。 </a:t>
            </a:r>
          </a:p>
        </p:txBody>
      </p:sp>
      <p:sp>
        <p:nvSpPr>
          <p:cNvPr id="86020" name="標題 1"/>
          <p:cNvSpPr>
            <a:spLocks noGrp="1"/>
          </p:cNvSpPr>
          <p:nvPr>
            <p:ph type="title" idx="4294967295"/>
          </p:nvPr>
        </p:nvSpPr>
        <p:spPr>
          <a:xfrm>
            <a:off x="674688" y="333375"/>
            <a:ext cx="8229600" cy="1143000"/>
          </a:xfrm>
        </p:spPr>
        <p:txBody>
          <a:bodyPr>
            <a:normAutofit fontScale="90000"/>
          </a:bodyPr>
          <a:lstStyle/>
          <a:p>
            <a:pPr eaLnBrk="1" hangingPunct="1">
              <a:defRPr/>
            </a:pPr>
            <a:r>
              <a:rPr lang="zh-TW" altLang="zh-TW" sz="4600" b="0" dirty="0">
                <a:solidFill>
                  <a:srgbClr val="FF0000"/>
                </a:solidFill>
                <a:latin typeface="標楷體" pitchFamily="65" charset="-120"/>
                <a:ea typeface="華康POP3體W12" pitchFamily="81" charset="-120"/>
              </a:rPr>
              <a:t>會員大會職權</a:t>
            </a:r>
            <a:br>
              <a:rPr lang="zh-TW" altLang="zh-TW" sz="4600" b="0" dirty="0">
                <a:solidFill>
                  <a:srgbClr val="FF0000"/>
                </a:solidFill>
                <a:ea typeface="華康POP3體W12" pitchFamily="81" charset="-120"/>
              </a:rPr>
            </a:br>
            <a:endParaRPr lang="zh-TW" altLang="en-US" sz="4600" dirty="0">
              <a:solidFill>
                <a:srgbClr val="FF0000"/>
              </a:solidFill>
              <a:ea typeface="華康POP3體W12" pitchFamily="81" charset="-120"/>
            </a:endParaRPr>
          </a:p>
        </p:txBody>
      </p:sp>
      <p:sp>
        <p:nvSpPr>
          <p:cNvPr id="20484" name="Rectangle 5"/>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FEF926"/>
                </a:solidFill>
              </a:rPr>
              <a:t>☆</a:t>
            </a:r>
            <a:endParaRPr lang="zh-TW" altLang="en-US" sz="1800">
              <a:solidFill>
                <a:srgbClr val="FEF926"/>
              </a:solidFill>
            </a:endParaRPr>
          </a:p>
        </p:txBody>
      </p:sp>
      <p:sp>
        <p:nvSpPr>
          <p:cNvPr id="5" name="文字方塊 4"/>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156010448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body" idx="4294967295"/>
          </p:nvPr>
        </p:nvSpPr>
        <p:spPr>
          <a:xfrm>
            <a:off x="179388" y="1268413"/>
            <a:ext cx="8964612" cy="4321175"/>
          </a:xfrm>
        </p:spPr>
        <p:txBody>
          <a:bodyPr/>
          <a:lstStyle/>
          <a:p>
            <a:pPr eaLnBrk="1" hangingPunct="1">
              <a:lnSpc>
                <a:spcPct val="90000"/>
              </a:lnSpc>
              <a:buFontTx/>
              <a:buNone/>
            </a:pPr>
            <a:r>
              <a:rPr lang="zh-TW" altLang="en-US" sz="2800">
                <a:latin typeface="Calibri" panose="020F0502020204030204" pitchFamily="34" charset="0"/>
                <a:ea typeface="標楷體" panose="03000509000000000000" pitchFamily="65" charset="-120"/>
              </a:rPr>
              <a:t>一、召開會員大會及執行其決議事項。</a:t>
            </a:r>
          </a:p>
          <a:p>
            <a:pPr eaLnBrk="1" hangingPunct="1">
              <a:lnSpc>
                <a:spcPct val="90000"/>
              </a:lnSpc>
              <a:buFontTx/>
              <a:buNone/>
            </a:pPr>
            <a:r>
              <a:rPr lang="zh-TW" altLang="en-US" sz="2800">
                <a:latin typeface="Calibri" panose="020F0502020204030204" pitchFamily="34" charset="0"/>
                <a:ea typeface="標楷體" panose="03000509000000000000" pitchFamily="65" charset="-120"/>
              </a:rPr>
              <a:t>二、審定會員（會員代表）之資格。</a:t>
            </a:r>
          </a:p>
          <a:p>
            <a:pPr eaLnBrk="1" hangingPunct="1">
              <a:lnSpc>
                <a:spcPct val="90000"/>
              </a:lnSpc>
              <a:buFontTx/>
              <a:buNone/>
            </a:pPr>
            <a:r>
              <a:rPr lang="zh-TW" altLang="en-US" sz="2800">
                <a:latin typeface="Calibri" panose="020F0502020204030204" pitchFamily="34" charset="0"/>
                <a:ea typeface="標楷體" panose="03000509000000000000" pitchFamily="65" charset="-120"/>
              </a:rPr>
              <a:t>三、選舉或罷免理事長。</a:t>
            </a:r>
          </a:p>
          <a:p>
            <a:pPr eaLnBrk="1" hangingPunct="1">
              <a:lnSpc>
                <a:spcPct val="90000"/>
              </a:lnSpc>
              <a:buFontTx/>
              <a:buNone/>
            </a:pPr>
            <a:r>
              <a:rPr lang="zh-TW" altLang="en-US" sz="2800">
                <a:latin typeface="Calibri" panose="020F0502020204030204" pitchFamily="34" charset="0"/>
                <a:ea typeface="標楷體" panose="03000509000000000000" pitchFamily="65" charset="-120"/>
              </a:rPr>
              <a:t>四、議決理事、理事長之辭職。</a:t>
            </a:r>
          </a:p>
          <a:p>
            <a:pPr eaLnBrk="1" hangingPunct="1">
              <a:lnSpc>
                <a:spcPct val="90000"/>
              </a:lnSpc>
              <a:buFontTx/>
              <a:buNone/>
            </a:pPr>
            <a:r>
              <a:rPr lang="zh-TW" altLang="en-US" sz="2800">
                <a:latin typeface="Calibri" panose="020F0502020204030204" pitchFamily="34" charset="0"/>
                <a:ea typeface="標楷體" panose="03000509000000000000" pitchFamily="65" charset="-120"/>
              </a:rPr>
              <a:t>五、聘免工作人員。</a:t>
            </a:r>
          </a:p>
          <a:p>
            <a:pPr eaLnBrk="1" hangingPunct="1">
              <a:lnSpc>
                <a:spcPct val="90000"/>
              </a:lnSpc>
              <a:buFontTx/>
              <a:buNone/>
            </a:pPr>
            <a:r>
              <a:rPr lang="zh-TW" altLang="en-US" sz="2800">
                <a:latin typeface="Calibri" panose="020F0502020204030204" pitchFamily="34" charset="0"/>
                <a:ea typeface="標楷體" panose="03000509000000000000" pitchFamily="65" charset="-120"/>
              </a:rPr>
              <a:t>六、擬定年度工作計畫、報告及預算、決算。</a:t>
            </a:r>
          </a:p>
          <a:p>
            <a:pPr eaLnBrk="1" hangingPunct="1">
              <a:lnSpc>
                <a:spcPct val="90000"/>
              </a:lnSpc>
              <a:buFontTx/>
              <a:buNone/>
            </a:pPr>
            <a:r>
              <a:rPr lang="zh-TW" altLang="en-US" sz="2800">
                <a:latin typeface="Calibri" panose="020F0502020204030204" pitchFamily="34" charset="0"/>
                <a:ea typeface="標楷體" panose="03000509000000000000" pitchFamily="65" charset="-120"/>
              </a:rPr>
              <a:t>七、</a:t>
            </a:r>
            <a:r>
              <a:rPr lang="zh-TW" altLang="en-US" sz="2800">
                <a:solidFill>
                  <a:srgbClr val="FF0000"/>
                </a:solidFill>
                <a:latin typeface="Calibri" panose="020F0502020204030204" pitchFamily="34" charset="0"/>
                <a:ea typeface="標楷體" panose="03000509000000000000" pitchFamily="65" charset="-120"/>
              </a:rPr>
              <a:t>擬定各種內部作業組織之組織簡則</a:t>
            </a:r>
            <a:r>
              <a:rPr lang="zh-TW" altLang="en-US" sz="2800">
                <a:latin typeface="Calibri" panose="020F0502020204030204" pitchFamily="34" charset="0"/>
                <a:ea typeface="標楷體" panose="03000509000000000000" pitchFamily="65" charset="-120"/>
              </a:rPr>
              <a:t>。</a:t>
            </a:r>
          </a:p>
          <a:p>
            <a:pPr eaLnBrk="1" hangingPunct="1">
              <a:lnSpc>
                <a:spcPct val="90000"/>
              </a:lnSpc>
              <a:buFontTx/>
              <a:buNone/>
            </a:pPr>
            <a:r>
              <a:rPr lang="zh-TW" altLang="en-US" sz="2800">
                <a:latin typeface="Calibri" panose="020F0502020204030204" pitchFamily="34" charset="0"/>
                <a:ea typeface="標楷體" panose="03000509000000000000" pitchFamily="65" charset="-120"/>
              </a:rPr>
              <a:t>八、議決辦理各項社區福利服務活動辦法及收費標準。</a:t>
            </a:r>
          </a:p>
          <a:p>
            <a:pPr eaLnBrk="1" hangingPunct="1">
              <a:lnSpc>
                <a:spcPct val="90000"/>
              </a:lnSpc>
              <a:buFontTx/>
              <a:buNone/>
            </a:pPr>
            <a:r>
              <a:rPr lang="zh-TW" altLang="en-US" sz="2800">
                <a:latin typeface="Calibri" panose="020F0502020204030204" pitchFamily="34" charset="0"/>
                <a:ea typeface="標楷體" panose="03000509000000000000" pitchFamily="65" charset="-120"/>
              </a:rPr>
              <a:t>九、其他應執行事項。</a:t>
            </a:r>
            <a:endParaRPr lang="zh-TW" altLang="en-US" sz="2800">
              <a:latin typeface="標楷體" panose="03000509000000000000" pitchFamily="65" charset="-120"/>
              <a:ea typeface="標楷體" panose="03000509000000000000" pitchFamily="65" charset="-120"/>
            </a:endParaRPr>
          </a:p>
          <a:p>
            <a:pPr eaLnBrk="1" hangingPunct="1">
              <a:lnSpc>
                <a:spcPct val="90000"/>
              </a:lnSpc>
              <a:buFontTx/>
              <a:buNone/>
            </a:pPr>
            <a:endParaRPr lang="en-US" altLang="zh-TW" sz="2800">
              <a:solidFill>
                <a:schemeClr val="bg1"/>
              </a:solidFill>
              <a:latin typeface="標楷體" panose="03000509000000000000" pitchFamily="65" charset="-120"/>
              <a:ea typeface="標楷體" panose="03000509000000000000" pitchFamily="65" charset="-120"/>
            </a:endParaRPr>
          </a:p>
        </p:txBody>
      </p:sp>
      <p:sp>
        <p:nvSpPr>
          <p:cNvPr id="87044" name="標題 1"/>
          <p:cNvSpPr>
            <a:spLocks noGrp="1"/>
          </p:cNvSpPr>
          <p:nvPr>
            <p:ph type="title" idx="4294967295"/>
          </p:nvPr>
        </p:nvSpPr>
        <p:spPr>
          <a:xfrm>
            <a:off x="457200" y="333375"/>
            <a:ext cx="7772400" cy="962025"/>
          </a:xfrm>
        </p:spPr>
        <p:txBody>
          <a:bodyPr>
            <a:normAutofit fontScale="90000"/>
          </a:bodyPr>
          <a:lstStyle/>
          <a:p>
            <a:pPr eaLnBrk="1" hangingPunct="1">
              <a:defRPr/>
            </a:pPr>
            <a:r>
              <a:rPr lang="zh-TW" altLang="zh-TW" sz="4600" b="0">
                <a:solidFill>
                  <a:srgbClr val="25D208"/>
                </a:solidFill>
                <a:latin typeface="標楷體" pitchFamily="65" charset="-120"/>
                <a:ea typeface="華康POP3體W12" pitchFamily="81" charset="-120"/>
              </a:rPr>
              <a:t>理事會職權</a:t>
            </a:r>
            <a:br>
              <a:rPr lang="zh-TW" altLang="zh-TW" sz="4600" b="0">
                <a:solidFill>
                  <a:srgbClr val="25D208"/>
                </a:solidFill>
                <a:ea typeface="華康POP3體W12" pitchFamily="81" charset="-120"/>
              </a:rPr>
            </a:br>
            <a:endParaRPr lang="zh-TW" altLang="en-US" sz="4600">
              <a:solidFill>
                <a:srgbClr val="25D208"/>
              </a:solidFill>
              <a:ea typeface="華康POP3體W12" pitchFamily="81" charset="-120"/>
            </a:endParaRPr>
          </a:p>
        </p:txBody>
      </p:sp>
      <p:sp>
        <p:nvSpPr>
          <p:cNvPr id="21508" name="Rectangle 5"/>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FEF926"/>
                </a:solidFill>
              </a:rPr>
              <a:t>☆</a:t>
            </a:r>
            <a:endParaRPr lang="zh-TW" altLang="en-US" sz="1800">
              <a:solidFill>
                <a:srgbClr val="FEF926"/>
              </a:solidFill>
            </a:endParaRPr>
          </a:p>
        </p:txBody>
      </p:sp>
      <p:sp>
        <p:nvSpPr>
          <p:cNvPr id="5" name="文字方塊 4"/>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52029758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4294967295"/>
          </p:nvPr>
        </p:nvSpPr>
        <p:spPr>
          <a:xfrm>
            <a:off x="611188" y="1554163"/>
            <a:ext cx="7993062" cy="4106862"/>
          </a:xfrm>
        </p:spPr>
        <p:txBody>
          <a:bodyPr/>
          <a:lstStyle/>
          <a:p>
            <a:pPr eaLnBrk="1" hangingPunct="1">
              <a:buFontTx/>
              <a:buNone/>
            </a:pPr>
            <a:r>
              <a:rPr lang="zh-TW" altLang="en-US">
                <a:latin typeface="標楷體" panose="03000509000000000000" pitchFamily="65" charset="-120"/>
                <a:ea typeface="標楷體" panose="03000509000000000000" pitchFamily="65" charset="-120"/>
              </a:rPr>
              <a:t>一、</a:t>
            </a:r>
            <a:r>
              <a:rPr lang="zh-TW" altLang="en-US">
                <a:solidFill>
                  <a:srgbClr val="FF0000"/>
                </a:solidFill>
                <a:latin typeface="標楷體" panose="03000509000000000000" pitchFamily="65" charset="-120"/>
                <a:ea typeface="標楷體" panose="03000509000000000000" pitchFamily="65" charset="-120"/>
              </a:rPr>
              <a:t>監察理事會工作之執行</a:t>
            </a:r>
            <a:r>
              <a:rPr lang="zh-TW" altLang="en-US">
                <a:latin typeface="標楷體" panose="03000509000000000000" pitchFamily="65" charset="-120"/>
                <a:ea typeface="標楷體" panose="03000509000000000000" pitchFamily="65" charset="-120"/>
              </a:rPr>
              <a:t>。</a:t>
            </a:r>
          </a:p>
          <a:p>
            <a:pPr eaLnBrk="1" hangingPunct="1">
              <a:buFontTx/>
              <a:buNone/>
            </a:pPr>
            <a:r>
              <a:rPr lang="zh-TW" altLang="en-US">
                <a:latin typeface="標楷體" panose="03000509000000000000" pitchFamily="65" charset="-120"/>
                <a:ea typeface="標楷體" panose="03000509000000000000" pitchFamily="65" charset="-120"/>
              </a:rPr>
              <a:t>二、審核年度工作計畫暨預、決算。</a:t>
            </a:r>
          </a:p>
          <a:p>
            <a:pPr eaLnBrk="1" hangingPunct="1">
              <a:buFontTx/>
              <a:buNone/>
            </a:pPr>
            <a:r>
              <a:rPr lang="zh-TW" altLang="en-US">
                <a:latin typeface="標楷體" panose="03000509000000000000" pitchFamily="65" charset="-120"/>
                <a:ea typeface="標楷體" panose="03000509000000000000" pitchFamily="65" charset="-120"/>
              </a:rPr>
              <a:t>三、選舉或罷免常務監事。</a:t>
            </a:r>
          </a:p>
          <a:p>
            <a:pPr eaLnBrk="1" hangingPunct="1">
              <a:buFontTx/>
              <a:buNone/>
            </a:pPr>
            <a:r>
              <a:rPr lang="zh-TW" altLang="en-US">
                <a:latin typeface="標楷體" panose="03000509000000000000" pitchFamily="65" charset="-120"/>
                <a:ea typeface="標楷體" panose="03000509000000000000" pitchFamily="65" charset="-120"/>
              </a:rPr>
              <a:t>四、議決監事或常務監事之辭職。</a:t>
            </a:r>
          </a:p>
          <a:p>
            <a:pPr eaLnBrk="1" hangingPunct="1">
              <a:buFontTx/>
              <a:buNone/>
            </a:pPr>
            <a:r>
              <a:rPr lang="zh-TW" altLang="en-US">
                <a:latin typeface="標楷體" panose="03000509000000000000" pitchFamily="65" charset="-120"/>
                <a:ea typeface="標楷體" panose="03000509000000000000" pitchFamily="65" charset="-120"/>
              </a:rPr>
              <a:t>五、其他應監察事項。 </a:t>
            </a:r>
          </a:p>
        </p:txBody>
      </p:sp>
      <p:sp>
        <p:nvSpPr>
          <p:cNvPr id="88068" name="標題 1"/>
          <p:cNvSpPr>
            <a:spLocks noGrp="1"/>
          </p:cNvSpPr>
          <p:nvPr>
            <p:ph type="title" idx="4294967295"/>
          </p:nvPr>
        </p:nvSpPr>
        <p:spPr>
          <a:xfrm>
            <a:off x="457200" y="404813"/>
            <a:ext cx="7772400" cy="890587"/>
          </a:xfrm>
        </p:spPr>
        <p:txBody>
          <a:bodyPr>
            <a:normAutofit fontScale="90000"/>
          </a:bodyPr>
          <a:lstStyle/>
          <a:p>
            <a:pPr eaLnBrk="1" hangingPunct="1">
              <a:defRPr/>
            </a:pPr>
            <a:r>
              <a:rPr lang="zh-TW" altLang="zh-TW" sz="4600" b="0">
                <a:solidFill>
                  <a:srgbClr val="FF6600"/>
                </a:solidFill>
                <a:latin typeface="標楷體" pitchFamily="65" charset="-120"/>
                <a:ea typeface="華康POP3體W12" pitchFamily="81" charset="-120"/>
              </a:rPr>
              <a:t>監事會職權</a:t>
            </a:r>
            <a:br>
              <a:rPr lang="zh-TW" altLang="zh-TW" sz="4600" b="0">
                <a:solidFill>
                  <a:srgbClr val="FF6600"/>
                </a:solidFill>
                <a:ea typeface="華康POP3體W12" pitchFamily="81" charset="-120"/>
              </a:rPr>
            </a:br>
            <a:endParaRPr lang="zh-TW" altLang="en-US" sz="4600">
              <a:solidFill>
                <a:srgbClr val="FF6600"/>
              </a:solidFill>
              <a:ea typeface="華康POP3體W12" pitchFamily="81" charset="-120"/>
            </a:endParaRPr>
          </a:p>
        </p:txBody>
      </p:sp>
      <p:sp>
        <p:nvSpPr>
          <p:cNvPr id="22532" name="Rectangle 5"/>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FEF926"/>
                </a:solidFill>
              </a:rPr>
              <a:t>☆</a:t>
            </a:r>
            <a:endParaRPr lang="zh-TW" altLang="en-US" sz="1800">
              <a:solidFill>
                <a:srgbClr val="FEF926"/>
              </a:solidFill>
            </a:endParaRPr>
          </a:p>
        </p:txBody>
      </p:sp>
      <p:sp>
        <p:nvSpPr>
          <p:cNvPr id="5" name="文字方塊 4"/>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361699522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標題 1"/>
          <p:cNvSpPr>
            <a:spLocks noGrp="1"/>
          </p:cNvSpPr>
          <p:nvPr>
            <p:ph type="title" idx="4294967295"/>
          </p:nvPr>
        </p:nvSpPr>
        <p:spPr>
          <a:xfrm>
            <a:off x="11113" y="0"/>
            <a:ext cx="4632325" cy="908050"/>
          </a:xfrm>
          <a:noFill/>
        </p:spPr>
        <p:txBody>
          <a:bodyPr/>
          <a:lstStyle/>
          <a:p>
            <a:pPr eaLnBrk="1" hangingPunct="1"/>
            <a:r>
              <a:rPr lang="zh-TW" altLang="en-US">
                <a:solidFill>
                  <a:srgbClr val="9933FF"/>
                </a:solidFill>
                <a:effectLst/>
                <a:latin typeface="華康POP3體W12(P)" pitchFamily="82" charset="-120"/>
                <a:ea typeface="華康POP3體W12(P)" pitchFamily="82" charset="-120"/>
              </a:rPr>
              <a:t>社區組織架構圖</a:t>
            </a:r>
          </a:p>
        </p:txBody>
      </p:sp>
      <p:graphicFrame>
        <p:nvGraphicFramePr>
          <p:cNvPr id="4" name="內容版面配置區 3"/>
          <p:cNvGraphicFramePr>
            <a:graphicFrameLocks noGrp="1"/>
          </p:cNvGraphicFramePr>
          <p:nvPr>
            <p:ph idx="4294967295"/>
            <p:extLst>
              <p:ext uri="{D42A27DB-BD31-4B8C-83A1-F6EECF244321}">
                <p14:modId xmlns:p14="http://schemas.microsoft.com/office/powerpoint/2010/main" val="1872284084"/>
              </p:ext>
            </p:extLst>
          </p:nvPr>
        </p:nvGraphicFramePr>
        <p:xfrm>
          <a:off x="618481" y="10072"/>
          <a:ext cx="8229600" cy="68414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3556" name="Rectangle 5"/>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FEF926"/>
                </a:solidFill>
              </a:rPr>
              <a:t>☆</a:t>
            </a:r>
            <a:endParaRPr lang="zh-TW" altLang="en-US" sz="1800">
              <a:solidFill>
                <a:srgbClr val="FEF926"/>
              </a:solidFill>
            </a:endParaRPr>
          </a:p>
        </p:txBody>
      </p:sp>
      <p:sp>
        <p:nvSpPr>
          <p:cNvPr id="5" name="文字方塊 4"/>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6867727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標題 1"/>
          <p:cNvSpPr>
            <a:spLocks noGrp="1"/>
          </p:cNvSpPr>
          <p:nvPr>
            <p:ph type="title" idx="4294967295"/>
          </p:nvPr>
        </p:nvSpPr>
        <p:spPr>
          <a:xfrm>
            <a:off x="1331913" y="620713"/>
            <a:ext cx="6461125" cy="692150"/>
          </a:xfrm>
          <a:noFill/>
        </p:spPr>
        <p:txBody>
          <a:bodyPr>
            <a:normAutofit fontScale="90000"/>
          </a:bodyPr>
          <a:lstStyle/>
          <a:p>
            <a:pPr algn="ctr" eaLnBrk="1" hangingPunct="1"/>
            <a:r>
              <a:rPr lang="zh-TW" altLang="en-US" sz="4600" b="0">
                <a:solidFill>
                  <a:schemeClr val="tx1"/>
                </a:solidFill>
                <a:effectLst/>
                <a:latin typeface="標楷體" panose="03000509000000000000" pitchFamily="65" charset="-120"/>
                <a:ea typeface="華康POP3體W12" pitchFamily="81" charset="-120"/>
              </a:rPr>
              <a:t>會議流程</a:t>
            </a:r>
            <a:br>
              <a:rPr lang="zh-TW" altLang="en-US" sz="4600" b="0">
                <a:solidFill>
                  <a:schemeClr val="tx1"/>
                </a:solidFill>
                <a:effectLst/>
                <a:latin typeface="標楷體" panose="03000509000000000000" pitchFamily="65" charset="-120"/>
                <a:ea typeface="華康POP3體W12" pitchFamily="81" charset="-120"/>
              </a:rPr>
            </a:br>
            <a:endParaRPr lang="zh-TW" altLang="en-US" sz="4600" b="0">
              <a:solidFill>
                <a:schemeClr val="tx1"/>
              </a:solidFill>
              <a:effectLst/>
              <a:ea typeface="華康POP3體W12" pitchFamily="81" charset="-120"/>
            </a:endParaRPr>
          </a:p>
        </p:txBody>
      </p:sp>
      <p:graphicFrame>
        <p:nvGraphicFramePr>
          <p:cNvPr id="4" name="內容版面配置區 3"/>
          <p:cNvGraphicFramePr>
            <a:graphicFrameLocks noGrp="1"/>
          </p:cNvGraphicFramePr>
          <p:nvPr>
            <p:ph idx="4294967295"/>
          </p:nvPr>
        </p:nvGraphicFramePr>
        <p:xfrm>
          <a:off x="539552" y="1485604"/>
          <a:ext cx="8229600" cy="53676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6" name="直線單箭頭接點 5"/>
          <p:cNvCxnSpPr/>
          <p:nvPr/>
        </p:nvCxnSpPr>
        <p:spPr>
          <a:xfrm>
            <a:off x="2197100" y="2925763"/>
            <a:ext cx="0" cy="10064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24581" name="Rectangle 6"/>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FEF926"/>
                </a:solidFill>
              </a:rPr>
              <a:t>☆</a:t>
            </a:r>
            <a:endParaRPr lang="zh-TW" altLang="en-US" sz="1800">
              <a:solidFill>
                <a:srgbClr val="FEF926"/>
              </a:solidFill>
            </a:endParaRPr>
          </a:p>
        </p:txBody>
      </p:sp>
      <p:sp>
        <p:nvSpPr>
          <p:cNvPr id="7" name="文字方塊 6"/>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1497431338"/>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2" presetClass="entr" presetSubtype="0" fill="hold" grpId="0" nodeType="withEffect">
                                  <p:stCondLst>
                                    <p:cond delay="0"/>
                                  </p:stCondLst>
                                  <p:childTnLst>
                                    <p:set>
                                      <p:cBhvr>
                                        <p:cTn id="6" dur="1" fill="hold">
                                          <p:stCondLst>
                                            <p:cond delay="0"/>
                                          </p:stCondLst>
                                        </p:cTn>
                                        <p:tgtEl>
                                          <p:spTgt spid="20482"/>
                                        </p:tgtEl>
                                        <p:attrNameLst>
                                          <p:attrName>style.visibility</p:attrName>
                                        </p:attrNameLst>
                                      </p:cBhvr>
                                      <p:to>
                                        <p:strVal val="visible"/>
                                      </p:to>
                                    </p:set>
                                    <p:anim calcmode="lin" valueType="num">
                                      <p:cBhvr>
                                        <p:cTn id="7" dur="2000" fill="hold"/>
                                        <p:tgtEl>
                                          <p:spTgt spid="20482"/>
                                        </p:tgtEl>
                                        <p:attrNameLst>
                                          <p:attrName>ppt_w</p:attrName>
                                        </p:attrNameLst>
                                      </p:cBhvr>
                                      <p:tavLst>
                                        <p:tav tm="0">
                                          <p:val>
                                            <p:strVal val="#ppt_w*2.5"/>
                                          </p:val>
                                        </p:tav>
                                        <p:tav tm="100000">
                                          <p:val>
                                            <p:strVal val="#ppt_w"/>
                                          </p:val>
                                        </p:tav>
                                      </p:tavLst>
                                    </p:anim>
                                    <p:anim calcmode="lin" valueType="num">
                                      <p:cBhvr>
                                        <p:cTn id="8" dur="2000" fill="hold"/>
                                        <p:tgtEl>
                                          <p:spTgt spid="20482"/>
                                        </p:tgtEl>
                                        <p:attrNameLst>
                                          <p:attrName>ppt_h</p:attrName>
                                        </p:attrNameLst>
                                      </p:cBhvr>
                                      <p:tavLst>
                                        <p:tav tm="0">
                                          <p:val>
                                            <p:strVal val="#ppt_h"/>
                                          </p:val>
                                        </p:tav>
                                        <p:tav tm="100000">
                                          <p:val>
                                            <p:strVal val="#ppt_h"/>
                                          </p:val>
                                        </p:tav>
                                      </p:tavLst>
                                    </p:anim>
                                    <p:anim calcmode="lin" valueType="num">
                                      <p:cBhvr>
                                        <p:cTn id="9" dur="2000" fill="hold"/>
                                        <p:tgtEl>
                                          <p:spTgt spid="20482"/>
                                        </p:tgtEl>
                                        <p:attrNameLst>
                                          <p:attrName>ppt_x</p:attrName>
                                        </p:attrNameLst>
                                      </p:cBhvr>
                                      <p:tavLst>
                                        <p:tav tm="0">
                                          <p:val>
                                            <p:strVal val="#ppt_x-.2"/>
                                          </p:val>
                                        </p:tav>
                                        <p:tav tm="50000">
                                          <p:val>
                                            <p:strVal val="#ppt_x+.1"/>
                                          </p:val>
                                        </p:tav>
                                        <p:tav tm="100000">
                                          <p:val>
                                            <p:strVal val="#ppt_x"/>
                                          </p:val>
                                        </p:tav>
                                      </p:tavLst>
                                    </p:anim>
                                    <p:anim calcmode="lin" valueType="num">
                                      <p:cBhvr>
                                        <p:cTn id="10" dur="2000" fill="hold"/>
                                        <p:tgtEl>
                                          <p:spTgt spid="20482"/>
                                        </p:tgtEl>
                                        <p:attrNameLst>
                                          <p:attrName>ppt_y</p:attrName>
                                        </p:attrNameLst>
                                      </p:cBhvr>
                                      <p:tavLst>
                                        <p:tav tm="0">
                                          <p:val>
                                            <p:strVal val="#ppt_y+1"/>
                                          </p:val>
                                        </p:tav>
                                        <p:tav tm="50000">
                                          <p:val>
                                            <p:strVal val="#ppt_y+.5"/>
                                          </p:val>
                                        </p:tav>
                                        <p:tav tm="100000">
                                          <p:val>
                                            <p:strVal val="#ppt_y"/>
                                          </p:val>
                                        </p:tav>
                                      </p:tavLst>
                                    </p:anim>
                                    <p:animEffect transition="in" filter="fade">
                                      <p:cBhvr>
                                        <p:cTn id="11" dur="2000"/>
                                        <p:tgtEl>
                                          <p:spTgt spid="2048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100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Graphic spid="4"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idx="4294967295"/>
          </p:nvPr>
        </p:nvSpPr>
        <p:spPr>
          <a:xfrm>
            <a:off x="684213" y="1196975"/>
            <a:ext cx="8280400" cy="5256213"/>
          </a:xfrm>
        </p:spPr>
        <p:txBody>
          <a:bodyPr/>
          <a:lstStyle/>
          <a:p>
            <a:pPr eaLnBrk="1" hangingPunct="1">
              <a:lnSpc>
                <a:spcPct val="80000"/>
              </a:lnSpc>
              <a:buFontTx/>
              <a:buNone/>
            </a:pPr>
            <a:r>
              <a:rPr lang="zh-TW" altLang="en-US" sz="2400" dirty="0">
                <a:latin typeface="Calibri" panose="020F0502020204030204" pitchFamily="34" charset="0"/>
                <a:ea typeface="標楷體" panose="03000509000000000000" pitchFamily="65" charset="-120"/>
              </a:rPr>
              <a:t>一、</a:t>
            </a:r>
            <a:r>
              <a:rPr lang="zh-TW" altLang="en-US" sz="2400" dirty="0">
                <a:solidFill>
                  <a:srgbClr val="FF0000"/>
                </a:solidFill>
                <a:latin typeface="Calibri" panose="020F0502020204030204" pitchFamily="34" charset="0"/>
                <a:ea typeface="標楷體" panose="03000509000000000000" pitchFamily="65" charset="-120"/>
              </a:rPr>
              <a:t>出席過半</a:t>
            </a:r>
            <a:r>
              <a:rPr lang="zh-TW" altLang="en-US" sz="2400" dirty="0">
                <a:latin typeface="Calibri" panose="020F0502020204030204" pitchFamily="34" charset="0"/>
                <a:ea typeface="標楷體" panose="03000509000000000000" pitchFamily="65" charset="-120"/>
              </a:rPr>
              <a:t>大會開始。</a:t>
            </a:r>
          </a:p>
          <a:p>
            <a:pPr eaLnBrk="1" hangingPunct="1">
              <a:lnSpc>
                <a:spcPct val="80000"/>
              </a:lnSpc>
              <a:buFontTx/>
              <a:buNone/>
            </a:pPr>
            <a:r>
              <a:rPr lang="zh-TW" altLang="en-US" sz="2400" dirty="0">
                <a:latin typeface="Calibri" panose="020F0502020204030204" pitchFamily="34" charset="0"/>
                <a:ea typeface="標楷體" panose="03000509000000000000" pitchFamily="65" charset="-120"/>
              </a:rPr>
              <a:t>二、主席致詞。</a:t>
            </a:r>
          </a:p>
          <a:p>
            <a:pPr eaLnBrk="1" hangingPunct="1">
              <a:lnSpc>
                <a:spcPct val="80000"/>
              </a:lnSpc>
              <a:buFontTx/>
              <a:buNone/>
            </a:pPr>
            <a:r>
              <a:rPr lang="zh-TW" altLang="en-US" sz="2400" dirty="0">
                <a:latin typeface="Calibri" panose="020F0502020204030204" pitchFamily="34" charset="0"/>
                <a:ea typeface="標楷體" panose="03000509000000000000" pitchFamily="65" charset="-120"/>
              </a:rPr>
              <a:t>三、介紹主管機關及來賓。</a:t>
            </a:r>
          </a:p>
          <a:p>
            <a:pPr eaLnBrk="1" hangingPunct="1">
              <a:lnSpc>
                <a:spcPct val="80000"/>
              </a:lnSpc>
              <a:buFontTx/>
              <a:buNone/>
            </a:pPr>
            <a:r>
              <a:rPr lang="zh-TW" altLang="en-US" sz="2400" dirty="0">
                <a:latin typeface="Calibri" panose="020F0502020204030204" pitchFamily="34" charset="0"/>
                <a:ea typeface="標楷體" panose="03000509000000000000" pitchFamily="65" charset="-120"/>
              </a:rPr>
              <a:t>四、主管機關及來賓致詞（預先徵詢，如無則免列）。</a:t>
            </a:r>
          </a:p>
          <a:p>
            <a:pPr eaLnBrk="1" hangingPunct="1">
              <a:lnSpc>
                <a:spcPct val="80000"/>
              </a:lnSpc>
              <a:buFontTx/>
              <a:buNone/>
            </a:pPr>
            <a:r>
              <a:rPr lang="zh-TW" altLang="en-US" sz="2400" dirty="0">
                <a:solidFill>
                  <a:srgbClr val="FF0000"/>
                </a:solidFill>
                <a:latin typeface="Calibri" panose="020F0502020204030204" pitchFamily="34" charset="0"/>
                <a:ea typeface="標楷體" panose="03000509000000000000" pitchFamily="65" charset="-120"/>
              </a:rPr>
              <a:t>五、理事會工作報告。</a:t>
            </a:r>
          </a:p>
          <a:p>
            <a:pPr eaLnBrk="1" hangingPunct="1">
              <a:lnSpc>
                <a:spcPct val="80000"/>
              </a:lnSpc>
              <a:buFontTx/>
              <a:buNone/>
            </a:pPr>
            <a:r>
              <a:rPr lang="zh-TW" altLang="en-US" sz="2400" dirty="0">
                <a:solidFill>
                  <a:srgbClr val="FF0000"/>
                </a:solidFill>
                <a:latin typeface="Calibri" panose="020F0502020204030204" pitchFamily="34" charset="0"/>
                <a:ea typeface="標楷體" panose="03000509000000000000" pitchFamily="65" charset="-120"/>
              </a:rPr>
              <a:t>六、監事會監查報告。</a:t>
            </a:r>
          </a:p>
          <a:p>
            <a:pPr eaLnBrk="1" hangingPunct="1">
              <a:lnSpc>
                <a:spcPct val="80000"/>
              </a:lnSpc>
              <a:buFontTx/>
              <a:buNone/>
            </a:pPr>
            <a:r>
              <a:rPr lang="zh-TW" altLang="en-US" sz="2400" dirty="0">
                <a:solidFill>
                  <a:srgbClr val="FF0000"/>
                </a:solidFill>
                <a:latin typeface="Calibri" panose="020F0502020204030204" pitchFamily="34" charset="0"/>
                <a:ea typeface="標楷體" panose="03000509000000000000" pitchFamily="65" charset="-120"/>
              </a:rPr>
              <a:t>七、討論提案：</a:t>
            </a:r>
          </a:p>
          <a:p>
            <a:pPr eaLnBrk="1" hangingPunct="1">
              <a:lnSpc>
                <a:spcPct val="80000"/>
              </a:lnSpc>
              <a:buFontTx/>
              <a:buNone/>
            </a:pPr>
            <a:r>
              <a:rPr lang="zh-TW" altLang="en-US" sz="2400" dirty="0">
                <a:solidFill>
                  <a:srgbClr val="FF0000"/>
                </a:solidFill>
                <a:latin typeface="Calibri" panose="020F0502020204030204" pitchFamily="34" charset="0"/>
                <a:ea typeface="標楷體" panose="03000509000000000000" pitchFamily="65" charset="-120"/>
              </a:rPr>
              <a:t>   </a:t>
            </a:r>
            <a:r>
              <a:rPr lang="en-US" altLang="zh-TW" sz="2400" dirty="0">
                <a:solidFill>
                  <a:srgbClr val="FF0000"/>
                </a:solidFill>
                <a:latin typeface="Calibri" panose="020F0502020204030204" pitchFamily="34" charset="0"/>
                <a:ea typeface="標楷體" panose="03000509000000000000" pitchFamily="65" charset="-120"/>
              </a:rPr>
              <a:t>1.</a:t>
            </a:r>
            <a:r>
              <a:rPr lang="zh-TW" altLang="en-US" sz="2400" dirty="0">
                <a:solidFill>
                  <a:srgbClr val="FF0000"/>
                </a:solidFill>
                <a:latin typeface="Calibri" panose="020F0502020204030204" pitchFamily="34" charset="0"/>
                <a:ea typeface="標楷體" panose="03000509000000000000" pitchFamily="65" charset="-120"/>
              </a:rPr>
              <a:t>追認年度收支決算案含財產目錄及資產負債表（如附）。</a:t>
            </a:r>
          </a:p>
          <a:p>
            <a:pPr eaLnBrk="1" hangingPunct="1">
              <a:lnSpc>
                <a:spcPct val="80000"/>
              </a:lnSpc>
              <a:buFontTx/>
              <a:buNone/>
            </a:pPr>
            <a:r>
              <a:rPr lang="zh-TW" altLang="en-US" sz="2400" dirty="0">
                <a:solidFill>
                  <a:srgbClr val="FF0000"/>
                </a:solidFill>
                <a:latin typeface="Calibri" panose="020F0502020204030204" pitchFamily="34" charset="0"/>
                <a:ea typeface="標楷體" panose="03000509000000000000" pitchFamily="65" charset="-120"/>
              </a:rPr>
              <a:t>   </a:t>
            </a:r>
            <a:r>
              <a:rPr lang="en-US" altLang="zh-TW" sz="2400" dirty="0">
                <a:solidFill>
                  <a:srgbClr val="FF0000"/>
                </a:solidFill>
                <a:latin typeface="Calibri" panose="020F0502020204030204" pitchFamily="34" charset="0"/>
                <a:ea typeface="標楷體" panose="03000509000000000000" pitchFamily="65" charset="-120"/>
              </a:rPr>
              <a:t>2.</a:t>
            </a:r>
            <a:r>
              <a:rPr lang="zh-TW" altLang="en-US" sz="2400" dirty="0">
                <a:solidFill>
                  <a:srgbClr val="FF0000"/>
                </a:solidFill>
                <a:latin typeface="Calibri" panose="020F0502020204030204" pitchFamily="34" charset="0"/>
                <a:ea typeface="標楷體" panose="03000509000000000000" pitchFamily="65" charset="-120"/>
              </a:rPr>
              <a:t>通過年度工作計畫案（如附）。</a:t>
            </a:r>
          </a:p>
          <a:p>
            <a:pPr eaLnBrk="1" hangingPunct="1">
              <a:lnSpc>
                <a:spcPct val="80000"/>
              </a:lnSpc>
              <a:buFontTx/>
              <a:buNone/>
            </a:pPr>
            <a:r>
              <a:rPr lang="zh-TW" altLang="en-US" sz="2400" dirty="0">
                <a:solidFill>
                  <a:srgbClr val="FF0000"/>
                </a:solidFill>
                <a:latin typeface="Calibri" panose="020F0502020204030204" pitchFamily="34" charset="0"/>
                <a:ea typeface="標楷體" panose="03000509000000000000" pitchFamily="65" charset="-120"/>
              </a:rPr>
              <a:t>   </a:t>
            </a:r>
            <a:r>
              <a:rPr lang="en-US" altLang="zh-TW" sz="2400" dirty="0">
                <a:solidFill>
                  <a:srgbClr val="FF0000"/>
                </a:solidFill>
                <a:latin typeface="Calibri" panose="020F0502020204030204" pitchFamily="34" charset="0"/>
                <a:ea typeface="標楷體" panose="03000509000000000000" pitchFamily="65" charset="-120"/>
              </a:rPr>
              <a:t>3.</a:t>
            </a:r>
            <a:r>
              <a:rPr lang="zh-TW" altLang="en-US" sz="2400" dirty="0">
                <a:solidFill>
                  <a:srgbClr val="FF0000"/>
                </a:solidFill>
                <a:latin typeface="Calibri" panose="020F0502020204030204" pitchFamily="34" charset="0"/>
                <a:ea typeface="標楷體" panose="03000509000000000000" pitchFamily="65" charset="-120"/>
              </a:rPr>
              <a:t>通過年度經費收支預算案（如附）。</a:t>
            </a:r>
          </a:p>
          <a:p>
            <a:pPr eaLnBrk="1" hangingPunct="1">
              <a:lnSpc>
                <a:spcPct val="80000"/>
              </a:lnSpc>
              <a:buFontTx/>
              <a:buNone/>
            </a:pPr>
            <a:r>
              <a:rPr lang="zh-TW" altLang="en-US" sz="2400" dirty="0">
                <a:latin typeface="Calibri" panose="020F0502020204030204" pitchFamily="34" charset="0"/>
                <a:ea typeface="標楷體" panose="03000509000000000000" pitchFamily="65" charset="-120"/>
              </a:rPr>
              <a:t>   </a:t>
            </a:r>
            <a:r>
              <a:rPr lang="en-US" altLang="zh-TW" sz="2400" dirty="0">
                <a:latin typeface="Calibri" panose="020F0502020204030204" pitchFamily="34" charset="0"/>
                <a:ea typeface="標楷體" panose="03000509000000000000" pitchFamily="65" charset="-120"/>
              </a:rPr>
              <a:t>4.</a:t>
            </a:r>
            <a:r>
              <a:rPr lang="zh-TW" altLang="en-US" sz="2400" dirty="0">
                <a:latin typeface="Calibri" panose="020F0502020204030204" pitchFamily="34" charset="0"/>
                <a:ea typeface="標楷體" panose="03000509000000000000" pitchFamily="65" charset="-120"/>
              </a:rPr>
              <a:t>其他提案。</a:t>
            </a:r>
          </a:p>
          <a:p>
            <a:pPr eaLnBrk="1" hangingPunct="1">
              <a:lnSpc>
                <a:spcPct val="80000"/>
              </a:lnSpc>
              <a:buFontTx/>
              <a:buNone/>
            </a:pPr>
            <a:r>
              <a:rPr lang="zh-TW" altLang="en-US" sz="2400" dirty="0">
                <a:latin typeface="Calibri" panose="020F0502020204030204" pitchFamily="34" charset="0"/>
                <a:ea typeface="標楷體" panose="03000509000000000000" pitchFamily="65" charset="-120"/>
              </a:rPr>
              <a:t>八、臨時動議。</a:t>
            </a:r>
          </a:p>
          <a:p>
            <a:pPr eaLnBrk="1" hangingPunct="1">
              <a:lnSpc>
                <a:spcPct val="80000"/>
              </a:lnSpc>
              <a:buFontTx/>
              <a:buNone/>
            </a:pPr>
            <a:r>
              <a:rPr lang="zh-TW" altLang="en-US" sz="2400" dirty="0">
                <a:latin typeface="Calibri" panose="020F0502020204030204" pitchFamily="34" charset="0"/>
                <a:ea typeface="標楷體" panose="03000509000000000000" pitchFamily="65" charset="-120"/>
              </a:rPr>
              <a:t>九、選舉第○屆理監事。（如無則免）</a:t>
            </a:r>
          </a:p>
          <a:p>
            <a:pPr eaLnBrk="1" hangingPunct="1">
              <a:lnSpc>
                <a:spcPct val="80000"/>
              </a:lnSpc>
              <a:buFontTx/>
              <a:buNone/>
            </a:pPr>
            <a:r>
              <a:rPr lang="zh-TW" altLang="en-US" sz="2400" dirty="0">
                <a:latin typeface="Calibri" panose="020F0502020204030204" pitchFamily="34" charset="0"/>
                <a:ea typeface="標楷體" panose="03000509000000000000" pitchFamily="65" charset="-120"/>
              </a:rPr>
              <a:t>十、散會。</a:t>
            </a:r>
          </a:p>
        </p:txBody>
      </p:sp>
      <p:sp>
        <p:nvSpPr>
          <p:cNvPr id="25603" name="Rectangle 3"/>
          <p:cNvSpPr>
            <a:spLocks noChangeArrowheads="1"/>
          </p:cNvSpPr>
          <p:nvPr/>
        </p:nvSpPr>
        <p:spPr bwMode="auto">
          <a:xfrm>
            <a:off x="2627313" y="188913"/>
            <a:ext cx="4176712" cy="719137"/>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4400">
              <a:solidFill>
                <a:schemeClr val="tx2"/>
              </a:solidFill>
              <a:latin typeface="Calibri" panose="020F0502020204030204" pitchFamily="34" charset="0"/>
            </a:endParaRPr>
          </a:p>
        </p:txBody>
      </p:sp>
      <p:sp>
        <p:nvSpPr>
          <p:cNvPr id="25604" name="標題 1"/>
          <p:cNvSpPr>
            <a:spLocks noGrp="1"/>
          </p:cNvSpPr>
          <p:nvPr>
            <p:ph type="title" idx="4294967295"/>
          </p:nvPr>
        </p:nvSpPr>
        <p:spPr>
          <a:xfrm>
            <a:off x="2627313" y="404813"/>
            <a:ext cx="4176712" cy="890587"/>
          </a:xfrm>
          <a:noFill/>
        </p:spPr>
        <p:txBody>
          <a:bodyPr>
            <a:normAutofit fontScale="90000"/>
          </a:bodyPr>
          <a:lstStyle/>
          <a:p>
            <a:pPr algn="ctr" eaLnBrk="1" hangingPunct="1"/>
            <a:r>
              <a:rPr lang="zh-TW" altLang="zh-TW" sz="4600">
                <a:solidFill>
                  <a:srgbClr val="FF3300"/>
                </a:solidFill>
                <a:effectLst/>
                <a:latin typeface="標楷體" panose="03000509000000000000" pitchFamily="65" charset="-120"/>
                <a:ea typeface="標楷體" panose="03000509000000000000" pitchFamily="65" charset="-120"/>
              </a:rPr>
              <a:t>會員大會議程</a:t>
            </a:r>
            <a:br>
              <a:rPr lang="zh-TW" altLang="zh-TW" sz="4600">
                <a:effectLst/>
                <a:ea typeface="新細明體" panose="02020500000000000000" pitchFamily="18" charset="-120"/>
              </a:rPr>
            </a:br>
            <a:endParaRPr lang="zh-TW" altLang="en-US" sz="4600">
              <a:effectLst/>
              <a:ea typeface="新細明體" panose="02020500000000000000" pitchFamily="18" charset="-120"/>
            </a:endParaRPr>
          </a:p>
        </p:txBody>
      </p:sp>
      <p:sp>
        <p:nvSpPr>
          <p:cNvPr id="5" name="文字方塊 4"/>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302941564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body" idx="4294967295"/>
          </p:nvPr>
        </p:nvSpPr>
        <p:spPr>
          <a:xfrm>
            <a:off x="250825" y="1125538"/>
            <a:ext cx="9144000" cy="5040312"/>
          </a:xfrm>
        </p:spPr>
        <p:txBody>
          <a:bodyPr>
            <a:normAutofit lnSpcReduction="10000"/>
          </a:bodyPr>
          <a:lstStyle/>
          <a:p>
            <a:pPr eaLnBrk="1" hangingPunct="1">
              <a:lnSpc>
                <a:spcPct val="90000"/>
              </a:lnSpc>
              <a:spcAft>
                <a:spcPts val="200"/>
              </a:spcAft>
              <a:buFontTx/>
              <a:buNone/>
            </a:pPr>
            <a:r>
              <a:rPr lang="zh-TW" altLang="en-US" sz="2200" dirty="0">
                <a:ea typeface="標楷體" panose="03000509000000000000" pitchFamily="65" charset="-120"/>
              </a:rPr>
              <a:t>一、</a:t>
            </a:r>
            <a:r>
              <a:rPr lang="zh-TW" altLang="en-US" sz="2200" dirty="0">
                <a:solidFill>
                  <a:srgbClr val="FF0000"/>
                </a:solidFill>
                <a:ea typeface="標楷體" panose="03000509000000000000" pitchFamily="65" charset="-120"/>
              </a:rPr>
              <a:t>出席各過半數</a:t>
            </a:r>
            <a:r>
              <a:rPr lang="zh-TW" altLang="en-US" sz="2200" dirty="0">
                <a:ea typeface="標楷體" panose="03000509000000000000" pitchFamily="65" charset="-120"/>
              </a:rPr>
              <a:t>會議開始。</a:t>
            </a:r>
          </a:p>
          <a:p>
            <a:pPr eaLnBrk="1" hangingPunct="1">
              <a:lnSpc>
                <a:spcPct val="90000"/>
              </a:lnSpc>
              <a:spcAft>
                <a:spcPts val="200"/>
              </a:spcAft>
              <a:buFontTx/>
              <a:buNone/>
            </a:pPr>
            <a:r>
              <a:rPr lang="zh-TW" altLang="en-US" sz="2200" dirty="0">
                <a:latin typeface="標楷體" panose="03000509000000000000" pitchFamily="65" charset="-120"/>
                <a:ea typeface="標楷體" panose="03000509000000000000" pitchFamily="65" charset="-120"/>
              </a:rPr>
              <a:t>二、主席致詞</a:t>
            </a:r>
          </a:p>
          <a:p>
            <a:pPr eaLnBrk="1" hangingPunct="1">
              <a:spcAft>
                <a:spcPts val="200"/>
              </a:spcAft>
              <a:buFontTx/>
              <a:buNone/>
            </a:pPr>
            <a:r>
              <a:rPr lang="zh-TW" altLang="en-US" sz="2200" dirty="0">
                <a:latin typeface="標楷體" panose="03000509000000000000" pitchFamily="65" charset="-120"/>
                <a:ea typeface="標楷體" panose="03000509000000000000" pitchFamily="65" charset="-120"/>
              </a:rPr>
              <a:t>三、報告事項</a:t>
            </a:r>
            <a:br>
              <a:rPr lang="zh-TW" altLang="en-US" sz="2200" dirty="0">
                <a:latin typeface="標楷體" panose="03000509000000000000" pitchFamily="65" charset="-120"/>
                <a:ea typeface="標楷體" panose="03000509000000000000" pitchFamily="65" charset="-120"/>
              </a:rPr>
            </a:br>
            <a:r>
              <a:rPr lang="zh-TW" altLang="en-US" sz="2200" dirty="0">
                <a:latin typeface="標楷體" panose="03000509000000000000" pitchFamily="65" charset="-120"/>
                <a:ea typeface="標楷體" panose="03000509000000000000" pitchFamily="65" charset="-120"/>
              </a:rPr>
              <a:t>  </a:t>
            </a:r>
            <a:r>
              <a:rPr lang="en-US" altLang="zh-TW" sz="2200" dirty="0">
                <a:latin typeface="標楷體" panose="03000509000000000000" pitchFamily="65" charset="-120"/>
                <a:ea typeface="標楷體" panose="03000509000000000000" pitchFamily="65" charset="-120"/>
              </a:rPr>
              <a:t>(</a:t>
            </a:r>
            <a:r>
              <a:rPr lang="zh-TW" altLang="en-US" sz="2200" dirty="0">
                <a:latin typeface="標楷體" panose="03000509000000000000" pitchFamily="65" charset="-120"/>
                <a:ea typeface="標楷體" panose="03000509000000000000" pitchFamily="65" charset="-120"/>
              </a:rPr>
              <a:t>一</a:t>
            </a:r>
            <a:r>
              <a:rPr lang="en-US" altLang="zh-TW" sz="2200" dirty="0">
                <a:latin typeface="標楷體" panose="03000509000000000000" pitchFamily="65" charset="-120"/>
                <a:ea typeface="標楷體" panose="03000509000000000000" pitchFamily="65" charset="-120"/>
              </a:rPr>
              <a:t>)</a:t>
            </a:r>
            <a:r>
              <a:rPr lang="zh-TW" altLang="en-US" sz="2200" dirty="0">
                <a:latin typeface="標楷體" panose="03000509000000000000" pitchFamily="65" charset="-120"/>
                <a:ea typeface="標楷體" panose="03000509000000000000" pitchFamily="65" charset="-120"/>
              </a:rPr>
              <a:t>會務報告：</a:t>
            </a:r>
            <a:br>
              <a:rPr lang="zh-TW" altLang="en-US" sz="2200" dirty="0">
                <a:latin typeface="標楷體" panose="03000509000000000000" pitchFamily="65" charset="-120"/>
                <a:ea typeface="標楷體" panose="03000509000000000000" pitchFamily="65" charset="-120"/>
              </a:rPr>
            </a:br>
            <a:r>
              <a:rPr lang="zh-TW" altLang="en-US" sz="2200" b="1" dirty="0">
                <a:latin typeface="標楷體" panose="03000509000000000000" pitchFamily="65" charset="-120"/>
                <a:ea typeface="標楷體" panose="03000509000000000000" pitchFamily="65" charset="-120"/>
              </a:rPr>
              <a:t>  </a:t>
            </a:r>
            <a:r>
              <a:rPr lang="en-US" altLang="zh-TW" sz="2200" b="1" dirty="0">
                <a:solidFill>
                  <a:srgbClr val="FF0000"/>
                </a:solidFill>
                <a:latin typeface="標楷體" panose="03000509000000000000" pitchFamily="65" charset="-120"/>
                <a:ea typeface="標楷體" panose="03000509000000000000" pitchFamily="65" charset="-120"/>
              </a:rPr>
              <a:t>1.</a:t>
            </a:r>
            <a:r>
              <a:rPr lang="zh-TW" altLang="en-US" sz="2200" b="1" dirty="0">
                <a:solidFill>
                  <a:srgbClr val="FF0000"/>
                </a:solidFill>
                <a:latin typeface="標楷體" panose="03000509000000000000" pitchFamily="65" charset="-120"/>
                <a:ea typeface="標楷體" panose="03000509000000000000" pitchFamily="65" charset="-120"/>
              </a:rPr>
              <a:t>會籍審查：</a:t>
            </a:r>
            <a:r>
              <a:rPr lang="zh-TW" altLang="en-US" sz="2200" dirty="0">
                <a:solidFill>
                  <a:srgbClr val="FF0000"/>
                </a:solidFill>
                <a:latin typeface="標楷體" panose="03000509000000000000" pitchFamily="65" charset="-120"/>
                <a:ea typeface="標楷體" panose="03000509000000000000" pitchFamily="65" charset="-120"/>
              </a:rPr>
              <a:t>截至民國  年  月 日止，本會現有會員狀況如下：</a:t>
            </a:r>
            <a:br>
              <a:rPr lang="zh-TW" altLang="en-US" sz="2200" dirty="0">
                <a:solidFill>
                  <a:srgbClr val="FF0000"/>
                </a:solidFill>
                <a:latin typeface="標楷體" panose="03000509000000000000" pitchFamily="65" charset="-120"/>
                <a:ea typeface="標楷體" panose="03000509000000000000" pitchFamily="65" charset="-120"/>
              </a:rPr>
            </a:br>
            <a:r>
              <a:rPr lang="zh-TW" altLang="en-US" sz="2200" dirty="0">
                <a:solidFill>
                  <a:srgbClr val="FF0000"/>
                </a:solidFill>
                <a:latin typeface="標楷體" panose="03000509000000000000" pitchFamily="65" charset="-120"/>
                <a:ea typeface="標楷體" panose="03000509000000000000" pitchFamily="65" charset="-120"/>
              </a:rPr>
              <a:t>          </a:t>
            </a:r>
            <a:r>
              <a:rPr lang="en-US" altLang="zh-TW" sz="2200" dirty="0">
                <a:solidFill>
                  <a:srgbClr val="FF0000"/>
                </a:solidFill>
                <a:latin typeface="標楷體" panose="03000509000000000000" pitchFamily="65" charset="-120"/>
                <a:ea typeface="標楷體" panose="03000509000000000000" pitchFamily="65" charset="-120"/>
              </a:rPr>
              <a:t>(1)</a:t>
            </a:r>
            <a:r>
              <a:rPr lang="zh-TW" altLang="en-US" sz="2200" dirty="0">
                <a:solidFill>
                  <a:srgbClr val="FF0000"/>
                </a:solidFill>
                <a:latin typeface="標楷體" panose="03000509000000000000" pitchFamily="65" charset="-120"/>
                <a:ea typeface="標楷體" panose="03000509000000000000" pitchFamily="65" charset="-120"/>
              </a:rPr>
              <a:t>個人會員：    人</a:t>
            </a:r>
            <a:br>
              <a:rPr lang="zh-TW" altLang="en-US" sz="2200" dirty="0">
                <a:solidFill>
                  <a:srgbClr val="FF0000"/>
                </a:solidFill>
                <a:latin typeface="標楷體" panose="03000509000000000000" pitchFamily="65" charset="-120"/>
                <a:ea typeface="標楷體" panose="03000509000000000000" pitchFamily="65" charset="-120"/>
              </a:rPr>
            </a:br>
            <a:r>
              <a:rPr lang="zh-TW" altLang="en-US" sz="2200" dirty="0">
                <a:solidFill>
                  <a:srgbClr val="FF0000"/>
                </a:solidFill>
                <a:latin typeface="標楷體" panose="03000509000000000000" pitchFamily="65" charset="-120"/>
                <a:ea typeface="標楷體" panose="03000509000000000000" pitchFamily="65" charset="-120"/>
              </a:rPr>
              <a:t>          </a:t>
            </a:r>
            <a:r>
              <a:rPr lang="en-US" altLang="zh-TW" sz="2200" dirty="0">
                <a:solidFill>
                  <a:srgbClr val="FF0000"/>
                </a:solidFill>
                <a:latin typeface="標楷體" panose="03000509000000000000" pitchFamily="65" charset="-120"/>
                <a:ea typeface="標楷體" panose="03000509000000000000" pitchFamily="65" charset="-120"/>
              </a:rPr>
              <a:t>(2)</a:t>
            </a:r>
            <a:r>
              <a:rPr lang="zh-TW" altLang="en-US" sz="2200" dirty="0">
                <a:solidFill>
                  <a:srgbClr val="FF0000"/>
                </a:solidFill>
                <a:latin typeface="標楷體" panose="03000509000000000000" pitchFamily="65" charset="-120"/>
                <a:ea typeface="標楷體" panose="03000509000000000000" pitchFamily="65" charset="-120"/>
              </a:rPr>
              <a:t>贊助會員：    人</a:t>
            </a:r>
          </a:p>
          <a:p>
            <a:pPr eaLnBrk="1" hangingPunct="1">
              <a:spcAft>
                <a:spcPts val="200"/>
              </a:spcAft>
              <a:buFontTx/>
              <a:buNone/>
            </a:pPr>
            <a:r>
              <a:rPr lang="zh-TW" altLang="en-US" sz="2200" dirty="0">
                <a:solidFill>
                  <a:srgbClr val="FF0000"/>
                </a:solidFill>
                <a:latin typeface="標楷體" panose="03000509000000000000" pitchFamily="65" charset="-120"/>
                <a:ea typeface="標楷體" panose="03000509000000000000" pitchFamily="65" charset="-120"/>
              </a:rPr>
              <a:t>            共 計：   人</a:t>
            </a:r>
            <a:br>
              <a:rPr lang="zh-TW" altLang="en-US" sz="2200" dirty="0">
                <a:solidFill>
                  <a:srgbClr val="FF0000"/>
                </a:solidFill>
                <a:latin typeface="標楷體" panose="03000509000000000000" pitchFamily="65" charset="-120"/>
                <a:ea typeface="標楷體" panose="03000509000000000000" pitchFamily="65" charset="-120"/>
              </a:rPr>
            </a:br>
            <a:r>
              <a:rPr lang="zh-TW" altLang="en-US" sz="2200" dirty="0">
                <a:solidFill>
                  <a:srgbClr val="FF0000"/>
                </a:solidFill>
                <a:latin typeface="標楷體" panose="03000509000000000000" pitchFamily="65" charset="-120"/>
                <a:ea typeface="標楷體" panose="03000509000000000000" pitchFamily="65" charset="-120"/>
              </a:rPr>
              <a:t>   </a:t>
            </a:r>
            <a:r>
              <a:rPr lang="en-US" altLang="zh-TW" sz="2200" b="1" dirty="0">
                <a:solidFill>
                  <a:srgbClr val="FF0000"/>
                </a:solidFill>
                <a:latin typeface="標楷體" panose="03000509000000000000" pitchFamily="65" charset="-120"/>
                <a:ea typeface="標楷體" panose="03000509000000000000" pitchFamily="65" charset="-120"/>
              </a:rPr>
              <a:t>2. </a:t>
            </a:r>
            <a:r>
              <a:rPr lang="zh-TW" altLang="en-US" sz="2200" b="1" dirty="0">
                <a:solidFill>
                  <a:srgbClr val="FF0000"/>
                </a:solidFill>
                <a:latin typeface="標楷體" panose="03000509000000000000" pitchFamily="65" charset="-120"/>
                <a:ea typeface="標楷體" panose="03000509000000000000" pitchFamily="65" charset="-120"/>
              </a:rPr>
              <a:t>財務狀況：本季經費收支報表，詳如附件。</a:t>
            </a:r>
            <a:r>
              <a:rPr lang="en-US" altLang="zh-TW" sz="2200" b="1" dirty="0">
                <a:solidFill>
                  <a:srgbClr val="FF0000"/>
                </a:solidFill>
                <a:latin typeface="標楷體" panose="03000509000000000000" pitchFamily="65" charset="-120"/>
                <a:ea typeface="標楷體" panose="03000509000000000000" pitchFamily="65" charset="-120"/>
              </a:rPr>
              <a:t>(</a:t>
            </a:r>
            <a:r>
              <a:rPr lang="zh-TW" altLang="en-US" sz="2200" b="1" dirty="0">
                <a:solidFill>
                  <a:srgbClr val="FF0000"/>
                </a:solidFill>
                <a:latin typeface="標楷體" panose="03000509000000000000" pitchFamily="65" charset="-120"/>
                <a:ea typeface="標楷體" panose="03000509000000000000" pitchFamily="65" charset="-120"/>
              </a:rPr>
              <a:t>附件一</a:t>
            </a:r>
            <a:r>
              <a:rPr lang="en-US" altLang="zh-TW" sz="2200" b="1" dirty="0">
                <a:solidFill>
                  <a:srgbClr val="FF0000"/>
                </a:solidFill>
                <a:latin typeface="標楷體" panose="03000509000000000000" pitchFamily="65" charset="-120"/>
                <a:ea typeface="標楷體" panose="03000509000000000000" pitchFamily="65" charset="-120"/>
              </a:rPr>
              <a:t>)</a:t>
            </a:r>
            <a:br>
              <a:rPr lang="en-US" altLang="zh-TW" sz="2200" b="1" dirty="0">
                <a:solidFill>
                  <a:srgbClr val="FF0000"/>
                </a:solidFill>
                <a:latin typeface="標楷體" panose="03000509000000000000" pitchFamily="65" charset="-120"/>
                <a:ea typeface="標楷體" panose="03000509000000000000" pitchFamily="65" charset="-120"/>
              </a:rPr>
            </a:br>
            <a:r>
              <a:rPr lang="en-US" altLang="zh-TW" sz="2200" b="1" dirty="0">
                <a:latin typeface="標楷體" panose="03000509000000000000" pitchFamily="65" charset="-120"/>
                <a:ea typeface="標楷體" panose="03000509000000000000" pitchFamily="65" charset="-120"/>
              </a:rPr>
              <a:t>   </a:t>
            </a:r>
            <a:r>
              <a:rPr lang="en-US" altLang="zh-TW" sz="2200" dirty="0">
                <a:latin typeface="標楷體" panose="03000509000000000000" pitchFamily="65" charset="-120"/>
                <a:ea typeface="標楷體" panose="03000509000000000000" pitchFamily="65" charset="-120"/>
              </a:rPr>
              <a:t>(</a:t>
            </a:r>
            <a:r>
              <a:rPr lang="zh-TW" altLang="en-US" sz="2200" dirty="0">
                <a:latin typeface="標楷體" panose="03000509000000000000" pitchFamily="65" charset="-120"/>
                <a:ea typeface="標楷體" panose="03000509000000000000" pitchFamily="65" charset="-120"/>
              </a:rPr>
              <a:t>二</a:t>
            </a:r>
            <a:r>
              <a:rPr lang="en-US" altLang="zh-TW" sz="2200" dirty="0">
                <a:latin typeface="標楷體" panose="03000509000000000000" pitchFamily="65" charset="-120"/>
                <a:ea typeface="標楷體" panose="03000509000000000000" pitchFamily="65" charset="-120"/>
              </a:rPr>
              <a:t>) </a:t>
            </a:r>
            <a:r>
              <a:rPr lang="zh-TW" altLang="en-US" sz="2200" dirty="0">
                <a:latin typeface="標楷體" panose="03000509000000000000" pitchFamily="65" charset="-120"/>
                <a:ea typeface="標楷體" panose="03000509000000000000" pitchFamily="65" charset="-120"/>
              </a:rPr>
              <a:t>業務報告：</a:t>
            </a:r>
          </a:p>
          <a:p>
            <a:pPr eaLnBrk="1" hangingPunct="1">
              <a:lnSpc>
                <a:spcPct val="90000"/>
              </a:lnSpc>
              <a:spcAft>
                <a:spcPts val="200"/>
              </a:spcAft>
              <a:buFontTx/>
              <a:buNone/>
            </a:pPr>
            <a:r>
              <a:rPr lang="zh-TW" altLang="en-US" sz="2200" dirty="0">
                <a:latin typeface="標楷體" panose="03000509000000000000" pitchFamily="65" charset="-120"/>
                <a:ea typeface="標楷體" panose="03000509000000000000" pitchFamily="65" charset="-120"/>
              </a:rPr>
              <a:t>四、討論提案：</a:t>
            </a:r>
            <a:br>
              <a:rPr lang="zh-TW" altLang="en-US" sz="2200" dirty="0">
                <a:latin typeface="標楷體" panose="03000509000000000000" pitchFamily="65" charset="-120"/>
                <a:ea typeface="標楷體" panose="03000509000000000000" pitchFamily="65" charset="-120"/>
              </a:rPr>
            </a:br>
            <a:r>
              <a:rPr lang="zh-TW" altLang="en-US" sz="2200" dirty="0">
                <a:latin typeface="標楷體" panose="03000509000000000000" pitchFamily="65" charset="-120"/>
                <a:ea typeface="標楷體" panose="03000509000000000000" pitchFamily="65" charset="-120"/>
              </a:rPr>
              <a:t>  提案一</a:t>
            </a:r>
            <a:r>
              <a:rPr lang="en-US" altLang="zh-TW" sz="2200" dirty="0">
                <a:latin typeface="標楷體" panose="03000509000000000000" pitchFamily="65" charset="-120"/>
                <a:ea typeface="標楷體" panose="03000509000000000000" pitchFamily="65" charset="-120"/>
                <a:sym typeface="Wingdings" panose="05000000000000000000" pitchFamily="2" charset="2"/>
              </a:rPr>
              <a:t>(</a:t>
            </a:r>
            <a:r>
              <a:rPr lang="zh-TW" altLang="en-US" sz="2200" dirty="0">
                <a:latin typeface="標楷體" panose="03000509000000000000" pitchFamily="65" charset="-120"/>
                <a:ea typeface="標楷體" panose="03000509000000000000" pitchFamily="65" charset="-120"/>
                <a:sym typeface="Wingdings" panose="05000000000000000000" pitchFamily="2" charset="2"/>
              </a:rPr>
              <a:t>案由</a:t>
            </a:r>
            <a:r>
              <a:rPr lang="en-US" altLang="zh-TW" sz="2200" dirty="0">
                <a:latin typeface="標楷體" panose="03000509000000000000" pitchFamily="65" charset="-120"/>
                <a:ea typeface="標楷體" panose="03000509000000000000" pitchFamily="65" charset="-120"/>
                <a:sym typeface="Wingdings" panose="05000000000000000000" pitchFamily="2" charset="2"/>
              </a:rPr>
              <a:t>,</a:t>
            </a:r>
            <a:r>
              <a:rPr lang="zh-TW" altLang="en-US" sz="2200" dirty="0">
                <a:latin typeface="標楷體" panose="03000509000000000000" pitchFamily="65" charset="-120"/>
                <a:ea typeface="標楷體" panose="03000509000000000000" pitchFamily="65" charset="-120"/>
                <a:sym typeface="Wingdings" panose="05000000000000000000" pitchFamily="2" charset="2"/>
              </a:rPr>
              <a:t>提案人</a:t>
            </a:r>
            <a:r>
              <a:rPr lang="en-US" altLang="zh-TW" sz="2200" dirty="0">
                <a:latin typeface="標楷體" panose="03000509000000000000" pitchFamily="65" charset="-120"/>
                <a:ea typeface="標楷體" panose="03000509000000000000" pitchFamily="65" charset="-120"/>
                <a:sym typeface="Wingdings" panose="05000000000000000000" pitchFamily="2" charset="2"/>
              </a:rPr>
              <a:t>,</a:t>
            </a:r>
            <a:r>
              <a:rPr lang="zh-TW" altLang="en-US" sz="2200" dirty="0">
                <a:latin typeface="標楷體" panose="03000509000000000000" pitchFamily="65" charset="-120"/>
                <a:ea typeface="標楷體" panose="03000509000000000000" pitchFamily="65" charset="-120"/>
                <a:sym typeface="Wingdings" panose="05000000000000000000" pitchFamily="2" charset="2"/>
              </a:rPr>
              <a:t>說明</a:t>
            </a:r>
            <a:r>
              <a:rPr lang="en-US" altLang="zh-TW" sz="2200" dirty="0">
                <a:latin typeface="標楷體" panose="03000509000000000000" pitchFamily="65" charset="-120"/>
                <a:ea typeface="標楷體" panose="03000509000000000000" pitchFamily="65" charset="-120"/>
                <a:sym typeface="Wingdings" panose="05000000000000000000" pitchFamily="2" charset="2"/>
              </a:rPr>
              <a:t>,</a:t>
            </a:r>
            <a:r>
              <a:rPr lang="zh-TW" altLang="en-US" sz="2200" dirty="0">
                <a:latin typeface="標楷體" panose="03000509000000000000" pitchFamily="65" charset="-120"/>
                <a:ea typeface="標楷體" panose="03000509000000000000" pitchFamily="65" charset="-120"/>
                <a:sym typeface="Wingdings" panose="05000000000000000000" pitchFamily="2" charset="2"/>
              </a:rPr>
              <a:t>辦法</a:t>
            </a:r>
            <a:r>
              <a:rPr lang="en-US" altLang="zh-TW" sz="2200" dirty="0">
                <a:latin typeface="標楷體" panose="03000509000000000000" pitchFamily="65" charset="-120"/>
                <a:ea typeface="標楷體" panose="03000509000000000000" pitchFamily="65" charset="-120"/>
                <a:sym typeface="Wingdings" panose="05000000000000000000" pitchFamily="2" charset="2"/>
              </a:rPr>
              <a:t>)</a:t>
            </a:r>
            <a:r>
              <a:rPr lang="en-US" altLang="zh-TW" sz="2200" dirty="0">
                <a:latin typeface="標楷體" panose="03000509000000000000" pitchFamily="65" charset="-120"/>
                <a:ea typeface="標楷體" panose="03000509000000000000" pitchFamily="65" charset="-120"/>
              </a:rPr>
              <a:t> </a:t>
            </a:r>
            <a:br>
              <a:rPr lang="en-US" altLang="zh-TW" sz="2200" dirty="0">
                <a:latin typeface="標楷體" panose="03000509000000000000" pitchFamily="65" charset="-120"/>
                <a:ea typeface="標楷體" panose="03000509000000000000" pitchFamily="65" charset="-120"/>
              </a:rPr>
            </a:br>
            <a:r>
              <a:rPr lang="en-US" altLang="zh-TW" sz="2200" dirty="0">
                <a:latin typeface="標楷體" panose="03000509000000000000" pitchFamily="65" charset="-120"/>
                <a:ea typeface="標楷體" panose="03000509000000000000" pitchFamily="65" charset="-120"/>
              </a:rPr>
              <a:t>  </a:t>
            </a:r>
            <a:r>
              <a:rPr lang="zh-TW" altLang="en-US" sz="2200" dirty="0">
                <a:latin typeface="標楷體" panose="03000509000000000000" pitchFamily="65" charset="-120"/>
                <a:ea typeface="標楷體" panose="03000509000000000000" pitchFamily="65" charset="-120"/>
              </a:rPr>
              <a:t>決　議：</a:t>
            </a:r>
          </a:p>
          <a:p>
            <a:pPr eaLnBrk="1" hangingPunct="1">
              <a:lnSpc>
                <a:spcPct val="90000"/>
              </a:lnSpc>
              <a:spcAft>
                <a:spcPts val="200"/>
              </a:spcAft>
              <a:buFontTx/>
              <a:buNone/>
            </a:pPr>
            <a:r>
              <a:rPr lang="zh-TW" altLang="en-US" sz="2200" dirty="0">
                <a:latin typeface="標楷體" panose="03000509000000000000" pitchFamily="65" charset="-120"/>
                <a:ea typeface="標楷體" panose="03000509000000000000" pitchFamily="65" charset="-120"/>
              </a:rPr>
              <a:t>五、臨時動議：</a:t>
            </a:r>
          </a:p>
          <a:p>
            <a:pPr eaLnBrk="1" hangingPunct="1">
              <a:lnSpc>
                <a:spcPct val="90000"/>
              </a:lnSpc>
              <a:spcAft>
                <a:spcPts val="200"/>
              </a:spcAft>
              <a:buFontTx/>
              <a:buNone/>
            </a:pPr>
            <a:r>
              <a:rPr lang="zh-TW" altLang="en-US" sz="2200" dirty="0">
                <a:latin typeface="標楷體" panose="03000509000000000000" pitchFamily="65" charset="-120"/>
                <a:ea typeface="標楷體" panose="03000509000000000000" pitchFamily="65" charset="-120"/>
              </a:rPr>
              <a:t>六、散會 </a:t>
            </a:r>
          </a:p>
        </p:txBody>
      </p:sp>
      <p:sp>
        <p:nvSpPr>
          <p:cNvPr id="26627" name="Rectangle 3"/>
          <p:cNvSpPr>
            <a:spLocks noChangeArrowheads="1"/>
          </p:cNvSpPr>
          <p:nvPr/>
        </p:nvSpPr>
        <p:spPr bwMode="auto">
          <a:xfrm>
            <a:off x="2627313" y="188913"/>
            <a:ext cx="4176712" cy="719137"/>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4400">
              <a:solidFill>
                <a:schemeClr val="tx2"/>
              </a:solidFill>
              <a:latin typeface="Calibri" panose="020F0502020204030204" pitchFamily="34" charset="0"/>
            </a:endParaRPr>
          </a:p>
        </p:txBody>
      </p:sp>
      <p:sp>
        <p:nvSpPr>
          <p:cNvPr id="26628" name="標題 1"/>
          <p:cNvSpPr>
            <a:spLocks noGrp="1"/>
          </p:cNvSpPr>
          <p:nvPr>
            <p:ph type="title" idx="4294967295"/>
          </p:nvPr>
        </p:nvSpPr>
        <p:spPr>
          <a:xfrm>
            <a:off x="2627313" y="333375"/>
            <a:ext cx="4176712" cy="962025"/>
          </a:xfrm>
          <a:noFill/>
        </p:spPr>
        <p:txBody>
          <a:bodyPr>
            <a:normAutofit fontScale="90000"/>
          </a:bodyPr>
          <a:lstStyle/>
          <a:p>
            <a:pPr algn="ctr" eaLnBrk="1" hangingPunct="1"/>
            <a:r>
              <a:rPr lang="zh-TW" altLang="zh-TW" sz="4600">
                <a:solidFill>
                  <a:srgbClr val="FF3300"/>
                </a:solidFill>
                <a:effectLst/>
                <a:latin typeface="標楷體" panose="03000509000000000000" pitchFamily="65" charset="-120"/>
                <a:ea typeface="標楷體" panose="03000509000000000000" pitchFamily="65" charset="-120"/>
              </a:rPr>
              <a:t>理監事會議程</a:t>
            </a:r>
            <a:br>
              <a:rPr lang="zh-TW" altLang="zh-TW" sz="4600">
                <a:effectLst/>
                <a:ea typeface="新細明體" panose="02020500000000000000" pitchFamily="18" charset="-120"/>
              </a:rPr>
            </a:br>
            <a:endParaRPr lang="zh-TW" altLang="en-US" sz="4600">
              <a:effectLst/>
              <a:ea typeface="新細明體" panose="02020500000000000000" pitchFamily="18" charset="-120"/>
            </a:endParaRPr>
          </a:p>
        </p:txBody>
      </p:sp>
      <p:sp>
        <p:nvSpPr>
          <p:cNvPr id="5" name="文字方塊 4"/>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282174752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16"/>
          <p:cNvSpPr>
            <a:spLocks noChangeArrowheads="1"/>
          </p:cNvSpPr>
          <p:nvPr/>
        </p:nvSpPr>
        <p:spPr bwMode="black">
          <a:xfrm>
            <a:off x="755650" y="260350"/>
            <a:ext cx="77724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ct val="0"/>
              </a:spcBef>
              <a:buClrTx/>
              <a:buFontTx/>
              <a:buNone/>
            </a:pPr>
            <a:r>
              <a:rPr lang="zh-TW" altLang="en-US" sz="4400" b="0">
                <a:ea typeface="華康新特黑體" pitchFamily="49" charset="-120"/>
              </a:rPr>
              <a:t>財務</a:t>
            </a:r>
            <a:r>
              <a:rPr lang="en-US" altLang="zh-TW" sz="4400" b="0"/>
              <a:t>【</a:t>
            </a:r>
            <a:r>
              <a:rPr lang="zh-TW" altLang="en-US" sz="4400" b="0">
                <a:ea typeface="華康新特黑體" pitchFamily="49" charset="-120"/>
              </a:rPr>
              <a:t>收支執行與審議流程</a:t>
            </a:r>
            <a:r>
              <a:rPr lang="en-US" altLang="zh-TW" sz="4400" b="0"/>
              <a:t>】</a:t>
            </a:r>
            <a:endParaRPr lang="zh-TW" altLang="en-US" sz="4400" b="0"/>
          </a:p>
        </p:txBody>
      </p:sp>
      <p:sp>
        <p:nvSpPr>
          <p:cNvPr id="37891" name="Oval 5"/>
          <p:cNvSpPr>
            <a:spLocks noChangeArrowheads="1"/>
          </p:cNvSpPr>
          <p:nvPr/>
        </p:nvSpPr>
        <p:spPr bwMode="gray">
          <a:xfrm>
            <a:off x="5233988" y="2065338"/>
            <a:ext cx="2971800" cy="2971800"/>
          </a:xfrm>
          <a:prstGeom prst="ellipse">
            <a:avLst/>
          </a:prstGeom>
          <a:noFill/>
          <a:ln w="38100">
            <a:solidFill>
              <a:schemeClr val="folHlink"/>
            </a:solidFill>
            <a:round/>
            <a:headEnd/>
            <a:tailEnd/>
          </a:ln>
          <a:effectLst>
            <a:outerShdw dist="35921" dir="2700000" algn="ctr" rotWithShape="0">
              <a:srgbClr val="080808">
                <a:alpha val="50000"/>
              </a:srgbClr>
            </a:outerShdw>
          </a:effectLst>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37892" name="Oval 6"/>
          <p:cNvSpPr>
            <a:spLocks noChangeArrowheads="1"/>
          </p:cNvSpPr>
          <p:nvPr/>
        </p:nvSpPr>
        <p:spPr bwMode="gray">
          <a:xfrm>
            <a:off x="873125" y="2065338"/>
            <a:ext cx="2971800" cy="2971800"/>
          </a:xfrm>
          <a:prstGeom prst="ellipse">
            <a:avLst/>
          </a:prstGeom>
          <a:noFill/>
          <a:ln w="38100" algn="ctr">
            <a:solidFill>
              <a:schemeClr val="accent2"/>
            </a:solidFill>
            <a:round/>
            <a:headEnd/>
            <a:tailEnd/>
          </a:ln>
          <a:effectLst>
            <a:outerShdw dist="35921" dir="2700000" algn="ctr" rotWithShape="0">
              <a:srgbClr val="080808">
                <a:alpha val="50000"/>
              </a:srgbClr>
            </a:outerShdw>
          </a:effectLst>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41989" name="Text Box 9"/>
          <p:cNvSpPr txBox="1">
            <a:spLocks noChangeArrowheads="1"/>
          </p:cNvSpPr>
          <p:nvPr/>
        </p:nvSpPr>
        <p:spPr bwMode="auto">
          <a:xfrm>
            <a:off x="1403350" y="2997200"/>
            <a:ext cx="1646238"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1800" b="0" dirty="0">
                <a:latin typeface="華康超明體" pitchFamily="49" charset="-120"/>
                <a:ea typeface="華康超明體" pitchFamily="49" charset="-120"/>
              </a:rPr>
              <a:t>會務人員</a:t>
            </a:r>
          </a:p>
          <a:p>
            <a:pPr algn="ctr" eaLnBrk="1" hangingPunct="1">
              <a:spcBef>
                <a:spcPct val="50000"/>
              </a:spcBef>
              <a:buClrTx/>
              <a:buFontTx/>
              <a:buNone/>
            </a:pPr>
            <a:r>
              <a:rPr lang="zh-TW" altLang="en-US" sz="1800" b="0" dirty="0">
                <a:latin typeface="華康超明體" pitchFamily="49" charset="-120"/>
                <a:ea typeface="華康超明體" pitchFamily="49" charset="-120"/>
              </a:rPr>
              <a:t>理事會授權</a:t>
            </a:r>
          </a:p>
          <a:p>
            <a:pPr algn="ctr" eaLnBrk="1" hangingPunct="1">
              <a:spcBef>
                <a:spcPct val="50000"/>
              </a:spcBef>
              <a:buClrTx/>
              <a:buFontTx/>
              <a:buNone/>
            </a:pPr>
            <a:r>
              <a:rPr lang="zh-TW" altLang="en-US" sz="1800" b="0" dirty="0">
                <a:latin typeface="華康超明體" pitchFamily="49" charset="-120"/>
                <a:ea typeface="華康超明體" pitchFamily="49" charset="-120"/>
              </a:rPr>
              <a:t>理事長決</a:t>
            </a:r>
          </a:p>
        </p:txBody>
      </p:sp>
      <p:grpSp>
        <p:nvGrpSpPr>
          <p:cNvPr id="37894" name="Group 15"/>
          <p:cNvGrpSpPr>
            <a:grpSpLocks/>
          </p:cNvGrpSpPr>
          <p:nvPr/>
        </p:nvGrpSpPr>
        <p:grpSpPr bwMode="auto">
          <a:xfrm>
            <a:off x="1298575" y="1676400"/>
            <a:ext cx="1000125" cy="977900"/>
            <a:chOff x="480" y="1200"/>
            <a:chExt cx="1042" cy="1019"/>
          </a:xfrm>
        </p:grpSpPr>
        <p:grpSp>
          <p:nvGrpSpPr>
            <p:cNvPr id="37941" name="Group 16"/>
            <p:cNvGrpSpPr>
              <a:grpSpLocks/>
            </p:cNvGrpSpPr>
            <p:nvPr/>
          </p:nvGrpSpPr>
          <p:grpSpPr bwMode="auto">
            <a:xfrm>
              <a:off x="480" y="1200"/>
              <a:ext cx="1042" cy="1019"/>
              <a:chOff x="480" y="1200"/>
              <a:chExt cx="1042" cy="1019"/>
            </a:xfrm>
          </p:grpSpPr>
          <p:pic>
            <p:nvPicPr>
              <p:cNvPr id="37943" name="Picture 17" descr="circuler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80" y="1200"/>
                <a:ext cx="1042"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Oval 18"/>
              <p:cNvSpPr>
                <a:spLocks noChangeArrowheads="1"/>
              </p:cNvSpPr>
              <p:nvPr/>
            </p:nvSpPr>
            <p:spPr bwMode="gray">
              <a:xfrm>
                <a:off x="480" y="1200"/>
                <a:ext cx="1035" cy="1019"/>
              </a:xfrm>
              <a:prstGeom prst="ellipse">
                <a:avLst/>
              </a:prstGeom>
              <a:gradFill rotWithShape="1">
                <a:gsLst>
                  <a:gs pos="0">
                    <a:schemeClr val="accent2"/>
                  </a:gs>
                  <a:gs pos="50000">
                    <a:schemeClr val="accent2">
                      <a:gamma/>
                      <a:shade val="46275"/>
                      <a:invGamma/>
                    </a:schemeClr>
                  </a:gs>
                  <a:gs pos="100000">
                    <a:schemeClr val="accent2"/>
                  </a:gs>
                </a:gsLst>
                <a:lin ang="5400000" scaled="1"/>
              </a:gradFill>
              <a:ln w="9525" algn="ctr">
                <a:noFill/>
                <a:round/>
                <a:headEnd/>
                <a:tailEnd/>
              </a:ln>
            </p:spPr>
            <p:txBody>
              <a:bodyPr wrap="none" anchor="ctr"/>
              <a:lstStyle/>
              <a:p>
                <a:pPr algn="l">
                  <a:defRPr/>
                </a:pPr>
                <a:endParaRPr lang="zh-TW" altLang="en-US" b="0">
                  <a:solidFill>
                    <a:srgbClr val="FFFF00"/>
                  </a:solidFill>
                  <a:latin typeface="Calibri" pitchFamily="34" charset="0"/>
                </a:endParaRPr>
              </a:p>
            </p:txBody>
          </p:sp>
        </p:grpSp>
        <p:pic>
          <p:nvPicPr>
            <p:cNvPr id="37942" name="Picture 19" descr="Pictur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584" y="1210"/>
              <a:ext cx="82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991" name="Text Box 30"/>
          <p:cNvSpPr txBox="1">
            <a:spLocks noChangeArrowheads="1"/>
          </p:cNvSpPr>
          <p:nvPr/>
        </p:nvSpPr>
        <p:spPr bwMode="white">
          <a:xfrm>
            <a:off x="1331913" y="1700213"/>
            <a:ext cx="93662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000">
                <a:solidFill>
                  <a:srgbClr val="FFFF00"/>
                </a:solidFill>
                <a:ea typeface="細明體" panose="02020509000000000000" pitchFamily="49" charset="-120"/>
              </a:rPr>
              <a:t>出納</a:t>
            </a:r>
          </a:p>
          <a:p>
            <a:pPr algn="ctr" eaLnBrk="1" hangingPunct="1">
              <a:spcBef>
                <a:spcPct val="50000"/>
              </a:spcBef>
              <a:buClrTx/>
              <a:buFontTx/>
              <a:buNone/>
            </a:pPr>
            <a:r>
              <a:rPr lang="zh-TW" altLang="en-US" sz="2000">
                <a:solidFill>
                  <a:srgbClr val="FFFF00"/>
                </a:solidFill>
                <a:ea typeface="細明體" panose="02020509000000000000" pitchFamily="49" charset="-120"/>
              </a:rPr>
              <a:t>收支</a:t>
            </a:r>
          </a:p>
        </p:txBody>
      </p:sp>
      <p:sp>
        <p:nvSpPr>
          <p:cNvPr id="37896" name="Text Box 9"/>
          <p:cNvSpPr txBox="1">
            <a:spLocks noChangeArrowheads="1"/>
          </p:cNvSpPr>
          <p:nvPr/>
        </p:nvSpPr>
        <p:spPr bwMode="auto">
          <a:xfrm>
            <a:off x="6084888" y="2984500"/>
            <a:ext cx="1646237"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1800" b="0" dirty="0">
                <a:latin typeface="華康超明體" pitchFamily="49" charset="-120"/>
                <a:ea typeface="華康超明體" pitchFamily="49" charset="-120"/>
              </a:rPr>
              <a:t>提交帳目</a:t>
            </a:r>
          </a:p>
          <a:p>
            <a:pPr algn="ctr" eaLnBrk="1" hangingPunct="1">
              <a:spcBef>
                <a:spcPct val="50000"/>
              </a:spcBef>
              <a:buClrTx/>
              <a:buFontTx/>
              <a:buNone/>
            </a:pPr>
            <a:r>
              <a:rPr lang="zh-TW" altLang="en-US" sz="1800" b="0" dirty="0">
                <a:latin typeface="華康超明體" pitchFamily="49" charset="-120"/>
                <a:ea typeface="華康超明體" pitchFamily="49" charset="-120"/>
              </a:rPr>
              <a:t>集會審查</a:t>
            </a:r>
          </a:p>
          <a:p>
            <a:pPr algn="ctr" eaLnBrk="1" hangingPunct="1">
              <a:spcBef>
                <a:spcPct val="50000"/>
              </a:spcBef>
              <a:buClrTx/>
              <a:buFontTx/>
              <a:buNone/>
            </a:pPr>
            <a:r>
              <a:rPr lang="zh-TW" altLang="en-US" sz="1800" b="0" dirty="0">
                <a:latin typeface="華康超明體" pitchFamily="49" charset="-120"/>
                <a:ea typeface="華康超明體" pitchFamily="49" charset="-120"/>
              </a:rPr>
              <a:t>定期會議</a:t>
            </a:r>
          </a:p>
        </p:txBody>
      </p:sp>
      <p:grpSp>
        <p:nvGrpSpPr>
          <p:cNvPr id="37897" name="Group 45"/>
          <p:cNvGrpSpPr>
            <a:grpSpLocks/>
          </p:cNvGrpSpPr>
          <p:nvPr/>
        </p:nvGrpSpPr>
        <p:grpSpPr bwMode="auto">
          <a:xfrm>
            <a:off x="6811963" y="1706563"/>
            <a:ext cx="1000125" cy="977900"/>
            <a:chOff x="480" y="1200"/>
            <a:chExt cx="1042" cy="1019"/>
          </a:xfrm>
        </p:grpSpPr>
        <p:grpSp>
          <p:nvGrpSpPr>
            <p:cNvPr id="37937" name="Group 46"/>
            <p:cNvGrpSpPr>
              <a:grpSpLocks/>
            </p:cNvGrpSpPr>
            <p:nvPr/>
          </p:nvGrpSpPr>
          <p:grpSpPr bwMode="auto">
            <a:xfrm>
              <a:off x="480" y="1200"/>
              <a:ext cx="1042" cy="1019"/>
              <a:chOff x="480" y="1200"/>
              <a:chExt cx="1042" cy="1019"/>
            </a:xfrm>
          </p:grpSpPr>
          <p:pic>
            <p:nvPicPr>
              <p:cNvPr id="37939" name="Picture 47" descr="circuler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80" y="1200"/>
                <a:ext cx="1042"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val 48"/>
              <p:cNvSpPr>
                <a:spLocks noChangeArrowheads="1"/>
              </p:cNvSpPr>
              <p:nvPr/>
            </p:nvSpPr>
            <p:spPr bwMode="gray">
              <a:xfrm>
                <a:off x="480" y="1200"/>
                <a:ext cx="1035" cy="1019"/>
              </a:xfrm>
              <a:prstGeom prst="ellipse">
                <a:avLst/>
              </a:prstGeom>
              <a:gradFill rotWithShape="1">
                <a:gsLst>
                  <a:gs pos="0">
                    <a:schemeClr val="folHlink"/>
                  </a:gs>
                  <a:gs pos="50000">
                    <a:schemeClr val="folHlink">
                      <a:gamma/>
                      <a:shade val="54118"/>
                      <a:invGamma/>
                    </a:schemeClr>
                  </a:gs>
                  <a:gs pos="100000">
                    <a:schemeClr val="folHlink"/>
                  </a:gs>
                </a:gsLst>
                <a:lin ang="5400000" scaled="1"/>
              </a:gradFill>
              <a:ln w="9525" algn="ctr">
                <a:noFill/>
                <a:round/>
                <a:headEnd/>
                <a:tailEnd/>
              </a:ln>
            </p:spPr>
            <p:txBody>
              <a:bodyPr wrap="none" anchor="ctr"/>
              <a:lstStyle/>
              <a:p>
                <a:pPr algn="l">
                  <a:defRPr/>
                </a:pPr>
                <a:endParaRPr lang="zh-TW" altLang="en-US" b="0">
                  <a:latin typeface="Calibri" pitchFamily="34" charset="0"/>
                </a:endParaRPr>
              </a:p>
            </p:txBody>
          </p:sp>
        </p:grpSp>
        <p:pic>
          <p:nvPicPr>
            <p:cNvPr id="37938" name="Picture 49" descr="Pictur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584" y="1210"/>
              <a:ext cx="82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994" name="Text Box 50"/>
          <p:cNvSpPr txBox="1">
            <a:spLocks noChangeArrowheads="1"/>
          </p:cNvSpPr>
          <p:nvPr/>
        </p:nvSpPr>
        <p:spPr bwMode="white">
          <a:xfrm>
            <a:off x="6804025" y="1804988"/>
            <a:ext cx="106045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1800" b="0">
                <a:solidFill>
                  <a:srgbClr val="FFFF00"/>
                </a:solidFill>
              </a:rPr>
              <a:t>理事會</a:t>
            </a:r>
          </a:p>
          <a:p>
            <a:pPr algn="ctr" eaLnBrk="1" hangingPunct="1">
              <a:spcBef>
                <a:spcPct val="50000"/>
              </a:spcBef>
              <a:buClrTx/>
              <a:buFontTx/>
              <a:buNone/>
            </a:pPr>
            <a:r>
              <a:rPr lang="zh-TW" altLang="en-US" sz="1800" b="0">
                <a:solidFill>
                  <a:srgbClr val="FFFF00"/>
                </a:solidFill>
              </a:rPr>
              <a:t>事實審</a:t>
            </a:r>
          </a:p>
        </p:txBody>
      </p:sp>
      <p:sp>
        <p:nvSpPr>
          <p:cNvPr id="41995" name="Text Box 4"/>
          <p:cNvSpPr txBox="1">
            <a:spLocks noChangeArrowheads="1"/>
          </p:cNvSpPr>
          <p:nvPr/>
        </p:nvSpPr>
        <p:spPr bwMode="black">
          <a:xfrm>
            <a:off x="395288" y="5516563"/>
            <a:ext cx="8496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ct val="0"/>
              </a:spcBef>
              <a:buClrTx/>
              <a:buFontTx/>
              <a:buNone/>
            </a:pPr>
            <a:r>
              <a:rPr lang="zh-TW" altLang="en-US" sz="2000" b="0" dirty="0">
                <a:latin typeface="華康POP3體W12(P)" pitchFamily="82" charset="-120"/>
                <a:ea typeface="華康POP3體W12(P)" pitchFamily="82" charset="-120"/>
              </a:rPr>
              <a:t>出納－＞會計－＞總幹事－＞理事長－＞理事會－＞監事會－＞會員大會</a:t>
            </a:r>
          </a:p>
        </p:txBody>
      </p:sp>
      <p:grpSp>
        <p:nvGrpSpPr>
          <p:cNvPr id="37900" name="Group 15"/>
          <p:cNvGrpSpPr>
            <a:grpSpLocks/>
          </p:cNvGrpSpPr>
          <p:nvPr/>
        </p:nvGrpSpPr>
        <p:grpSpPr bwMode="auto">
          <a:xfrm>
            <a:off x="1298575" y="4429125"/>
            <a:ext cx="1000125" cy="977900"/>
            <a:chOff x="480" y="1200"/>
            <a:chExt cx="1042" cy="1019"/>
          </a:xfrm>
        </p:grpSpPr>
        <p:grpSp>
          <p:nvGrpSpPr>
            <p:cNvPr id="37933" name="Group 16"/>
            <p:cNvGrpSpPr>
              <a:grpSpLocks/>
            </p:cNvGrpSpPr>
            <p:nvPr/>
          </p:nvGrpSpPr>
          <p:grpSpPr bwMode="auto">
            <a:xfrm>
              <a:off x="480" y="1200"/>
              <a:ext cx="1042" cy="1019"/>
              <a:chOff x="480" y="1200"/>
              <a:chExt cx="1042" cy="1019"/>
            </a:xfrm>
          </p:grpSpPr>
          <p:pic>
            <p:nvPicPr>
              <p:cNvPr id="37935" name="Picture 17" descr="circuler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80" y="1200"/>
                <a:ext cx="1042"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val 18"/>
              <p:cNvSpPr>
                <a:spLocks noChangeArrowheads="1"/>
              </p:cNvSpPr>
              <p:nvPr/>
            </p:nvSpPr>
            <p:spPr bwMode="gray">
              <a:xfrm>
                <a:off x="480" y="1200"/>
                <a:ext cx="1035" cy="1019"/>
              </a:xfrm>
              <a:prstGeom prst="ellipse">
                <a:avLst/>
              </a:prstGeom>
              <a:gradFill rotWithShape="1">
                <a:gsLst>
                  <a:gs pos="0">
                    <a:schemeClr val="accent2"/>
                  </a:gs>
                  <a:gs pos="50000">
                    <a:schemeClr val="accent2">
                      <a:gamma/>
                      <a:shade val="56078"/>
                      <a:invGamma/>
                    </a:schemeClr>
                  </a:gs>
                  <a:gs pos="100000">
                    <a:schemeClr val="accent2"/>
                  </a:gs>
                </a:gsLst>
                <a:lin ang="5400000" scaled="1"/>
              </a:gradFill>
              <a:ln w="9525" algn="ctr">
                <a:noFill/>
                <a:round/>
                <a:headEnd/>
                <a:tailEnd/>
              </a:ln>
            </p:spPr>
            <p:txBody>
              <a:bodyPr wrap="none" anchor="ctr"/>
              <a:lstStyle/>
              <a:p>
                <a:pPr algn="l">
                  <a:defRPr/>
                </a:pPr>
                <a:endParaRPr lang="zh-TW" altLang="en-US" b="0">
                  <a:latin typeface="Calibri" pitchFamily="34" charset="0"/>
                </a:endParaRPr>
              </a:p>
            </p:txBody>
          </p:sp>
        </p:grpSp>
        <p:pic>
          <p:nvPicPr>
            <p:cNvPr id="37934" name="Picture 19" descr="Pictur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584" y="1210"/>
              <a:ext cx="82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997" name="Text Box 30"/>
          <p:cNvSpPr txBox="1">
            <a:spLocks noChangeArrowheads="1"/>
          </p:cNvSpPr>
          <p:nvPr/>
        </p:nvSpPr>
        <p:spPr bwMode="white">
          <a:xfrm>
            <a:off x="1258888" y="4508500"/>
            <a:ext cx="1084262"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000">
                <a:solidFill>
                  <a:srgbClr val="FFFF00"/>
                </a:solidFill>
              </a:rPr>
              <a:t>總幹事</a:t>
            </a:r>
          </a:p>
          <a:p>
            <a:pPr algn="ctr" eaLnBrk="1" hangingPunct="1">
              <a:spcBef>
                <a:spcPct val="50000"/>
              </a:spcBef>
              <a:buClrTx/>
              <a:buFontTx/>
              <a:buNone/>
            </a:pPr>
            <a:r>
              <a:rPr lang="zh-TW" altLang="en-US" sz="2000">
                <a:solidFill>
                  <a:srgbClr val="FFFF00"/>
                </a:solidFill>
              </a:rPr>
              <a:t>審閱</a:t>
            </a:r>
          </a:p>
        </p:txBody>
      </p:sp>
      <p:grpSp>
        <p:nvGrpSpPr>
          <p:cNvPr id="37902" name="Group 15"/>
          <p:cNvGrpSpPr>
            <a:grpSpLocks/>
          </p:cNvGrpSpPr>
          <p:nvPr/>
        </p:nvGrpSpPr>
        <p:grpSpPr bwMode="auto">
          <a:xfrm>
            <a:off x="393700" y="3133725"/>
            <a:ext cx="1000125" cy="977900"/>
            <a:chOff x="480" y="1200"/>
            <a:chExt cx="1042" cy="1019"/>
          </a:xfrm>
        </p:grpSpPr>
        <p:grpSp>
          <p:nvGrpSpPr>
            <p:cNvPr id="37929" name="Group 16"/>
            <p:cNvGrpSpPr>
              <a:grpSpLocks/>
            </p:cNvGrpSpPr>
            <p:nvPr/>
          </p:nvGrpSpPr>
          <p:grpSpPr bwMode="auto">
            <a:xfrm>
              <a:off x="480" y="1200"/>
              <a:ext cx="1042" cy="1019"/>
              <a:chOff x="480" y="1200"/>
              <a:chExt cx="1042" cy="1019"/>
            </a:xfrm>
          </p:grpSpPr>
          <p:pic>
            <p:nvPicPr>
              <p:cNvPr id="37931" name="Picture 17" descr="circuler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80" y="1200"/>
                <a:ext cx="1042"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2882" name="Oval 18"/>
              <p:cNvSpPr>
                <a:spLocks noChangeArrowheads="1"/>
              </p:cNvSpPr>
              <p:nvPr/>
            </p:nvSpPr>
            <p:spPr bwMode="gray">
              <a:xfrm>
                <a:off x="480" y="1200"/>
                <a:ext cx="1035" cy="1019"/>
              </a:xfrm>
              <a:prstGeom prst="ellipse">
                <a:avLst/>
              </a:prstGeom>
              <a:gradFill rotWithShape="1">
                <a:gsLst>
                  <a:gs pos="0">
                    <a:schemeClr val="accent2"/>
                  </a:gs>
                  <a:gs pos="50000">
                    <a:schemeClr val="accent2">
                      <a:gamma/>
                      <a:shade val="56078"/>
                      <a:invGamma/>
                    </a:schemeClr>
                  </a:gs>
                  <a:gs pos="100000">
                    <a:schemeClr val="accent2"/>
                  </a:gs>
                </a:gsLst>
                <a:lin ang="5400000" scaled="1"/>
              </a:gradFill>
              <a:ln w="9525" algn="ctr">
                <a:noFill/>
                <a:round/>
                <a:headEnd/>
                <a:tailEnd/>
              </a:ln>
            </p:spPr>
            <p:txBody>
              <a:bodyPr wrap="none" anchor="ctr"/>
              <a:lstStyle/>
              <a:p>
                <a:pPr algn="l">
                  <a:defRPr/>
                </a:pPr>
                <a:endParaRPr lang="zh-TW" altLang="en-US" b="0">
                  <a:latin typeface="Calibri" pitchFamily="34" charset="0"/>
                </a:endParaRPr>
              </a:p>
            </p:txBody>
          </p:sp>
        </p:grpSp>
        <p:pic>
          <p:nvPicPr>
            <p:cNvPr id="37930" name="Picture 19" descr="Pictur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584" y="1210"/>
              <a:ext cx="82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999" name="Text Box 30"/>
          <p:cNvSpPr txBox="1">
            <a:spLocks noChangeArrowheads="1"/>
          </p:cNvSpPr>
          <p:nvPr/>
        </p:nvSpPr>
        <p:spPr bwMode="white">
          <a:xfrm>
            <a:off x="468313" y="3213100"/>
            <a:ext cx="93662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000">
                <a:solidFill>
                  <a:srgbClr val="FFFF00"/>
                </a:solidFill>
                <a:ea typeface="細明體" panose="02020509000000000000" pitchFamily="49" charset="-120"/>
              </a:rPr>
              <a:t>會計</a:t>
            </a:r>
          </a:p>
          <a:p>
            <a:pPr algn="ctr" eaLnBrk="1" hangingPunct="1">
              <a:spcBef>
                <a:spcPct val="50000"/>
              </a:spcBef>
              <a:buClrTx/>
              <a:buFontTx/>
              <a:buNone/>
            </a:pPr>
            <a:r>
              <a:rPr lang="zh-TW" altLang="en-US" sz="2000">
                <a:solidFill>
                  <a:srgbClr val="FFFF00"/>
                </a:solidFill>
                <a:ea typeface="細明體" panose="02020509000000000000" pitchFamily="49" charset="-120"/>
              </a:rPr>
              <a:t>製帳</a:t>
            </a:r>
          </a:p>
        </p:txBody>
      </p:sp>
      <p:grpSp>
        <p:nvGrpSpPr>
          <p:cNvPr id="37904" name="Group 45"/>
          <p:cNvGrpSpPr>
            <a:grpSpLocks/>
          </p:cNvGrpSpPr>
          <p:nvPr/>
        </p:nvGrpSpPr>
        <p:grpSpPr bwMode="auto">
          <a:xfrm>
            <a:off x="6811963" y="4316413"/>
            <a:ext cx="1000125" cy="977900"/>
            <a:chOff x="480" y="1200"/>
            <a:chExt cx="1042" cy="1019"/>
          </a:xfrm>
        </p:grpSpPr>
        <p:grpSp>
          <p:nvGrpSpPr>
            <p:cNvPr id="37925" name="Group 46"/>
            <p:cNvGrpSpPr>
              <a:grpSpLocks/>
            </p:cNvGrpSpPr>
            <p:nvPr/>
          </p:nvGrpSpPr>
          <p:grpSpPr bwMode="auto">
            <a:xfrm>
              <a:off x="480" y="1200"/>
              <a:ext cx="1042" cy="1019"/>
              <a:chOff x="480" y="1200"/>
              <a:chExt cx="1042" cy="1019"/>
            </a:xfrm>
          </p:grpSpPr>
          <p:pic>
            <p:nvPicPr>
              <p:cNvPr id="37927" name="Picture 47" descr="circuler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80" y="1200"/>
                <a:ext cx="1042"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val 48"/>
              <p:cNvSpPr>
                <a:spLocks noChangeArrowheads="1"/>
              </p:cNvSpPr>
              <p:nvPr/>
            </p:nvSpPr>
            <p:spPr bwMode="gray">
              <a:xfrm>
                <a:off x="480" y="1200"/>
                <a:ext cx="1035" cy="1019"/>
              </a:xfrm>
              <a:prstGeom prst="ellipse">
                <a:avLst/>
              </a:prstGeom>
              <a:gradFill rotWithShape="1">
                <a:gsLst>
                  <a:gs pos="0">
                    <a:schemeClr val="folHlink"/>
                  </a:gs>
                  <a:gs pos="50000">
                    <a:schemeClr val="folHlink">
                      <a:gamma/>
                      <a:shade val="54118"/>
                      <a:invGamma/>
                    </a:schemeClr>
                  </a:gs>
                  <a:gs pos="100000">
                    <a:schemeClr val="folHlink"/>
                  </a:gs>
                </a:gsLst>
                <a:lin ang="5400000" scaled="1"/>
              </a:gradFill>
              <a:ln w="9525" algn="ctr">
                <a:noFill/>
                <a:round/>
                <a:headEnd/>
                <a:tailEnd/>
              </a:ln>
            </p:spPr>
            <p:txBody>
              <a:bodyPr wrap="none" anchor="ctr"/>
              <a:lstStyle/>
              <a:p>
                <a:pPr algn="l">
                  <a:defRPr/>
                </a:pPr>
                <a:endParaRPr lang="zh-TW" altLang="en-US" b="0">
                  <a:latin typeface="Calibri" pitchFamily="34" charset="0"/>
                </a:endParaRPr>
              </a:p>
            </p:txBody>
          </p:sp>
        </p:grpSp>
        <p:pic>
          <p:nvPicPr>
            <p:cNvPr id="37926" name="Picture 49" descr="Pictur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584" y="1210"/>
              <a:ext cx="82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2001" name="Text Box 50"/>
          <p:cNvSpPr txBox="1">
            <a:spLocks noChangeArrowheads="1"/>
          </p:cNvSpPr>
          <p:nvPr/>
        </p:nvSpPr>
        <p:spPr bwMode="white">
          <a:xfrm>
            <a:off x="6804025" y="4437063"/>
            <a:ext cx="1060450"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1600" b="0">
                <a:solidFill>
                  <a:srgbClr val="FFFF00"/>
                </a:solidFill>
              </a:rPr>
              <a:t>會員大會</a:t>
            </a:r>
          </a:p>
          <a:p>
            <a:pPr algn="ctr" eaLnBrk="1" hangingPunct="1">
              <a:spcBef>
                <a:spcPct val="50000"/>
              </a:spcBef>
              <a:buClrTx/>
              <a:buFontTx/>
              <a:buNone/>
            </a:pPr>
            <a:r>
              <a:rPr lang="zh-TW" altLang="en-US" sz="1600" b="0">
                <a:solidFill>
                  <a:srgbClr val="FFFF00"/>
                </a:solidFill>
              </a:rPr>
              <a:t>複查追認</a:t>
            </a:r>
          </a:p>
        </p:txBody>
      </p:sp>
      <p:grpSp>
        <p:nvGrpSpPr>
          <p:cNvPr id="37906" name="Group 45"/>
          <p:cNvGrpSpPr>
            <a:grpSpLocks/>
          </p:cNvGrpSpPr>
          <p:nvPr/>
        </p:nvGrpSpPr>
        <p:grpSpPr bwMode="auto">
          <a:xfrm>
            <a:off x="7659688" y="3078163"/>
            <a:ext cx="1000125" cy="977900"/>
            <a:chOff x="480" y="1200"/>
            <a:chExt cx="1042" cy="1019"/>
          </a:xfrm>
        </p:grpSpPr>
        <p:grpSp>
          <p:nvGrpSpPr>
            <p:cNvPr id="37921" name="Group 46"/>
            <p:cNvGrpSpPr>
              <a:grpSpLocks/>
            </p:cNvGrpSpPr>
            <p:nvPr/>
          </p:nvGrpSpPr>
          <p:grpSpPr bwMode="auto">
            <a:xfrm>
              <a:off x="480" y="1200"/>
              <a:ext cx="1042" cy="1019"/>
              <a:chOff x="480" y="1200"/>
              <a:chExt cx="1042" cy="1019"/>
            </a:xfrm>
          </p:grpSpPr>
          <p:pic>
            <p:nvPicPr>
              <p:cNvPr id="37923" name="Picture 47" descr="circuler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80" y="1200"/>
                <a:ext cx="1042"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2912" name="Oval 48"/>
              <p:cNvSpPr>
                <a:spLocks noChangeArrowheads="1"/>
              </p:cNvSpPr>
              <p:nvPr/>
            </p:nvSpPr>
            <p:spPr bwMode="gray">
              <a:xfrm>
                <a:off x="480" y="1200"/>
                <a:ext cx="1035" cy="1019"/>
              </a:xfrm>
              <a:prstGeom prst="ellipse">
                <a:avLst/>
              </a:prstGeom>
              <a:gradFill rotWithShape="1">
                <a:gsLst>
                  <a:gs pos="0">
                    <a:schemeClr val="folHlink"/>
                  </a:gs>
                  <a:gs pos="50000">
                    <a:schemeClr val="folHlink">
                      <a:gamma/>
                      <a:shade val="54118"/>
                      <a:invGamma/>
                    </a:schemeClr>
                  </a:gs>
                  <a:gs pos="100000">
                    <a:schemeClr val="folHlink"/>
                  </a:gs>
                </a:gsLst>
                <a:lin ang="5400000" scaled="1"/>
              </a:gradFill>
              <a:ln w="9525" algn="ctr">
                <a:noFill/>
                <a:round/>
                <a:headEnd/>
                <a:tailEnd/>
              </a:ln>
            </p:spPr>
            <p:txBody>
              <a:bodyPr wrap="none" anchor="ctr"/>
              <a:lstStyle/>
              <a:p>
                <a:pPr algn="l">
                  <a:defRPr/>
                </a:pPr>
                <a:endParaRPr lang="zh-TW" altLang="en-US" b="0">
                  <a:solidFill>
                    <a:srgbClr val="FFFF00"/>
                  </a:solidFill>
                  <a:latin typeface="Calibri" pitchFamily="34" charset="0"/>
                </a:endParaRPr>
              </a:p>
            </p:txBody>
          </p:sp>
        </p:grpSp>
        <p:pic>
          <p:nvPicPr>
            <p:cNvPr id="37922" name="Picture 49" descr="Pictur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584" y="1210"/>
              <a:ext cx="82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2003" name="Text Box 50"/>
          <p:cNvSpPr txBox="1">
            <a:spLocks noChangeArrowheads="1"/>
          </p:cNvSpPr>
          <p:nvPr/>
        </p:nvSpPr>
        <p:spPr bwMode="white">
          <a:xfrm>
            <a:off x="7645400" y="3206750"/>
            <a:ext cx="106045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1800" b="0">
                <a:solidFill>
                  <a:srgbClr val="FFFF00"/>
                </a:solidFill>
              </a:rPr>
              <a:t>監事會</a:t>
            </a:r>
          </a:p>
          <a:p>
            <a:pPr algn="ctr" eaLnBrk="1" hangingPunct="1">
              <a:spcBef>
                <a:spcPct val="50000"/>
              </a:spcBef>
              <a:buClrTx/>
              <a:buFontTx/>
              <a:buNone/>
            </a:pPr>
            <a:r>
              <a:rPr lang="zh-TW" altLang="en-US" sz="1800" b="0">
                <a:solidFill>
                  <a:srgbClr val="FFFF00"/>
                </a:solidFill>
              </a:rPr>
              <a:t>適當審</a:t>
            </a:r>
          </a:p>
        </p:txBody>
      </p:sp>
      <p:sp>
        <p:nvSpPr>
          <p:cNvPr id="37908" name="AutoShape 46"/>
          <p:cNvSpPr>
            <a:spLocks noChangeArrowheads="1"/>
          </p:cNvSpPr>
          <p:nvPr/>
        </p:nvSpPr>
        <p:spPr bwMode="gray">
          <a:xfrm>
            <a:off x="3844925" y="2141538"/>
            <a:ext cx="1371600" cy="11620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8112" y="7246"/>
                </a:moveTo>
                <a:cubicBezTo>
                  <a:pt x="16751" y="4446"/>
                  <a:pt x="13912" y="2670"/>
                  <a:pt x="10800" y="2670"/>
                </a:cubicBezTo>
                <a:cubicBezTo>
                  <a:pt x="6548" y="2669"/>
                  <a:pt x="3014" y="5945"/>
                  <a:pt x="2693" y="10185"/>
                </a:cubicBezTo>
                <a:lnTo>
                  <a:pt x="30" y="9983"/>
                </a:lnTo>
                <a:cubicBezTo>
                  <a:pt x="458" y="4351"/>
                  <a:pt x="5152" y="-1"/>
                  <a:pt x="10800" y="0"/>
                </a:cubicBezTo>
                <a:cubicBezTo>
                  <a:pt x="14934" y="0"/>
                  <a:pt x="18706" y="2360"/>
                  <a:pt x="20513" y="6079"/>
                </a:cubicBezTo>
                <a:lnTo>
                  <a:pt x="22942" y="4899"/>
                </a:lnTo>
                <a:lnTo>
                  <a:pt x="21076" y="10291"/>
                </a:lnTo>
                <a:lnTo>
                  <a:pt x="15683" y="8426"/>
                </a:lnTo>
                <a:lnTo>
                  <a:pt x="18112" y="7246"/>
                </a:lnTo>
                <a:close/>
              </a:path>
            </a:pathLst>
          </a:custGeom>
          <a:solidFill>
            <a:schemeClr val="accent2">
              <a:alpha val="79999"/>
            </a:schemeClr>
          </a:solidFill>
          <a:ln>
            <a:noFill/>
          </a:ln>
          <a:extLst>
            <a:ext uri="{91240B29-F687-4F45-9708-019B960494DF}">
              <a14:hiddenLine xmlns:a14="http://schemas.microsoft.com/office/drawing/2010/main" w="9525" cap="rnd">
                <a:solidFill>
                  <a:srgbClr val="000000"/>
                </a:solidFill>
                <a:prstDash val="sysDot"/>
                <a:miter lim="800000"/>
                <a:headEnd/>
                <a:tailEnd/>
              </a14:hiddenLine>
            </a:ext>
          </a:extLst>
        </p:spPr>
        <p:txBody>
          <a:bodyPr wrap="none" anchor="ctr"/>
          <a:lstStyle/>
          <a:p>
            <a:endParaRPr lang="zh-TW" altLang="en-US"/>
          </a:p>
        </p:txBody>
      </p:sp>
      <p:grpSp>
        <p:nvGrpSpPr>
          <p:cNvPr id="37909" name="Group 47"/>
          <p:cNvGrpSpPr>
            <a:grpSpLocks/>
          </p:cNvGrpSpPr>
          <p:nvPr/>
        </p:nvGrpSpPr>
        <p:grpSpPr bwMode="auto">
          <a:xfrm>
            <a:off x="4578350" y="2847975"/>
            <a:ext cx="1676400" cy="1403350"/>
            <a:chOff x="480" y="336"/>
            <a:chExt cx="1486" cy="884"/>
          </a:xfrm>
        </p:grpSpPr>
        <p:sp>
          <p:nvSpPr>
            <p:cNvPr id="255024" name="AutoShape 48"/>
            <p:cNvSpPr>
              <a:spLocks noChangeArrowheads="1"/>
            </p:cNvSpPr>
            <p:nvPr/>
          </p:nvSpPr>
          <p:spPr bwMode="gray">
            <a:xfrm>
              <a:off x="480" y="336"/>
              <a:ext cx="1486" cy="884"/>
            </a:xfrm>
            <a:prstGeom prst="homePlate">
              <a:avLst>
                <a:gd name="adj" fmla="val 42025"/>
              </a:avLst>
            </a:prstGeom>
            <a:gradFill rotWithShape="1">
              <a:gsLst>
                <a:gs pos="0">
                  <a:schemeClr val="folHlink">
                    <a:gamma/>
                    <a:tint val="41176"/>
                    <a:invGamma/>
                  </a:schemeClr>
                </a:gs>
                <a:gs pos="100000">
                  <a:schemeClr val="folHlink"/>
                </a:gs>
              </a:gsLst>
              <a:lin ang="18900000" scaled="1"/>
            </a:gradFill>
            <a:ln w="25400" algn="ctr">
              <a:solidFill>
                <a:srgbClr val="F8F8F8"/>
              </a:solidFill>
              <a:miter lim="800000"/>
              <a:headEnd/>
              <a:tailEnd/>
            </a:ln>
            <a:effectLst>
              <a:outerShdw dist="53882" dir="2700000" algn="ctr" rotWithShape="0">
                <a:srgbClr val="000000">
                  <a:alpha val="50000"/>
                </a:srgbClr>
              </a:outerShdw>
            </a:effectLst>
          </p:spPr>
          <p:txBody>
            <a:bodyPr wrap="none" anchor="ctr"/>
            <a:lstStyle/>
            <a:p>
              <a:pPr algn="l">
                <a:defRPr/>
              </a:pPr>
              <a:endParaRPr kumimoji="1" lang="zh-TW" altLang="en-US" b="0"/>
            </a:p>
          </p:txBody>
        </p:sp>
        <p:sp>
          <p:nvSpPr>
            <p:cNvPr id="255025" name="AutoShape 49"/>
            <p:cNvSpPr>
              <a:spLocks noChangeArrowheads="1"/>
            </p:cNvSpPr>
            <p:nvPr/>
          </p:nvSpPr>
          <p:spPr bwMode="gray">
            <a:xfrm>
              <a:off x="529" y="371"/>
              <a:ext cx="1375" cy="811"/>
            </a:xfrm>
            <a:prstGeom prst="homePlate">
              <a:avLst>
                <a:gd name="adj" fmla="val 42386"/>
              </a:avLst>
            </a:prstGeom>
            <a:gradFill rotWithShape="1">
              <a:gsLst>
                <a:gs pos="0">
                  <a:schemeClr val="folHlink">
                    <a:gamma/>
                    <a:shade val="69804"/>
                    <a:invGamma/>
                  </a:schemeClr>
                </a:gs>
                <a:gs pos="100000">
                  <a:schemeClr val="folHlink"/>
                </a:gs>
              </a:gsLst>
              <a:lin ang="18900000" scaled="1"/>
            </a:gradFill>
            <a:ln w="12700" algn="ctr">
              <a:solidFill>
                <a:srgbClr val="F8F8F8"/>
              </a:solidFill>
              <a:miter lim="800000"/>
              <a:headEnd/>
              <a:tailEnd/>
            </a:ln>
            <a:effectLst>
              <a:outerShdw dist="53882" dir="2700000" algn="ctr" rotWithShape="0">
                <a:srgbClr val="000000">
                  <a:alpha val="50000"/>
                </a:srgbClr>
              </a:outerShdw>
            </a:effectLst>
          </p:spPr>
          <p:txBody>
            <a:bodyPr wrap="none" anchor="ctr"/>
            <a:lstStyle/>
            <a:p>
              <a:pPr algn="l">
                <a:defRPr/>
              </a:pPr>
              <a:endParaRPr kumimoji="1" lang="zh-TW" altLang="en-US" b="0"/>
            </a:p>
          </p:txBody>
        </p:sp>
      </p:grpSp>
      <p:grpSp>
        <p:nvGrpSpPr>
          <p:cNvPr id="37910" name="Group 50"/>
          <p:cNvGrpSpPr>
            <a:grpSpLocks/>
          </p:cNvGrpSpPr>
          <p:nvPr/>
        </p:nvGrpSpPr>
        <p:grpSpPr bwMode="auto">
          <a:xfrm flipH="1">
            <a:off x="2854325" y="2865438"/>
            <a:ext cx="1676400" cy="1403350"/>
            <a:chOff x="480" y="336"/>
            <a:chExt cx="1486" cy="884"/>
          </a:xfrm>
        </p:grpSpPr>
        <p:sp>
          <p:nvSpPr>
            <p:cNvPr id="255027" name="AutoShape 51"/>
            <p:cNvSpPr>
              <a:spLocks noChangeArrowheads="1"/>
            </p:cNvSpPr>
            <p:nvPr/>
          </p:nvSpPr>
          <p:spPr bwMode="gray">
            <a:xfrm>
              <a:off x="480" y="336"/>
              <a:ext cx="1486" cy="884"/>
            </a:xfrm>
            <a:prstGeom prst="homePlate">
              <a:avLst>
                <a:gd name="adj" fmla="val 42025"/>
              </a:avLst>
            </a:prstGeom>
            <a:gradFill rotWithShape="1">
              <a:gsLst>
                <a:gs pos="0">
                  <a:schemeClr val="accent2"/>
                </a:gs>
                <a:gs pos="100000">
                  <a:schemeClr val="accent2">
                    <a:gamma/>
                    <a:tint val="50980"/>
                    <a:invGamma/>
                  </a:schemeClr>
                </a:gs>
              </a:gsLst>
              <a:lin ang="2700000" scaled="1"/>
            </a:gradFill>
            <a:ln w="25400" algn="ctr">
              <a:solidFill>
                <a:srgbClr val="F8F8F8"/>
              </a:solidFill>
              <a:miter lim="800000"/>
              <a:headEnd/>
              <a:tailEnd/>
            </a:ln>
            <a:effectLst>
              <a:outerShdw dist="53882" dir="2700000" algn="ctr" rotWithShape="0">
                <a:srgbClr val="000000">
                  <a:alpha val="50000"/>
                </a:srgbClr>
              </a:outerShdw>
            </a:effectLst>
          </p:spPr>
          <p:txBody>
            <a:bodyPr wrap="none" anchor="ctr"/>
            <a:lstStyle/>
            <a:p>
              <a:pPr algn="l">
                <a:defRPr/>
              </a:pPr>
              <a:endParaRPr kumimoji="1" lang="zh-TW" altLang="en-US" b="0"/>
            </a:p>
          </p:txBody>
        </p:sp>
        <p:sp>
          <p:nvSpPr>
            <p:cNvPr id="255028" name="AutoShape 52"/>
            <p:cNvSpPr>
              <a:spLocks noChangeArrowheads="1"/>
            </p:cNvSpPr>
            <p:nvPr/>
          </p:nvSpPr>
          <p:spPr bwMode="gray">
            <a:xfrm>
              <a:off x="529" y="371"/>
              <a:ext cx="1375" cy="811"/>
            </a:xfrm>
            <a:prstGeom prst="homePlate">
              <a:avLst>
                <a:gd name="adj" fmla="val 42386"/>
              </a:avLst>
            </a:prstGeom>
            <a:gradFill rotWithShape="1">
              <a:gsLst>
                <a:gs pos="0">
                  <a:schemeClr val="accent2"/>
                </a:gs>
                <a:gs pos="100000">
                  <a:schemeClr val="accent2">
                    <a:gamma/>
                    <a:shade val="66667"/>
                    <a:invGamma/>
                  </a:schemeClr>
                </a:gs>
              </a:gsLst>
              <a:lin ang="2700000" scaled="1"/>
            </a:gradFill>
            <a:ln w="12700" algn="ctr">
              <a:solidFill>
                <a:srgbClr val="F8F8F8"/>
              </a:solidFill>
              <a:miter lim="800000"/>
              <a:headEnd/>
              <a:tailEnd/>
            </a:ln>
            <a:effectLst>
              <a:outerShdw dist="53882" dir="2700000" algn="ctr" rotWithShape="0">
                <a:srgbClr val="000000">
                  <a:alpha val="50000"/>
                </a:srgbClr>
              </a:outerShdw>
            </a:effectLst>
          </p:spPr>
          <p:txBody>
            <a:bodyPr wrap="none" anchor="ctr"/>
            <a:lstStyle/>
            <a:p>
              <a:pPr algn="l">
                <a:defRPr/>
              </a:pPr>
              <a:endParaRPr kumimoji="1" lang="zh-TW" altLang="en-US" b="0"/>
            </a:p>
          </p:txBody>
        </p:sp>
      </p:grpSp>
      <p:sp>
        <p:nvSpPr>
          <p:cNvPr id="37911" name="Text Box 8"/>
          <p:cNvSpPr txBox="1">
            <a:spLocks noChangeArrowheads="1"/>
          </p:cNvSpPr>
          <p:nvPr/>
        </p:nvSpPr>
        <p:spPr bwMode="white">
          <a:xfrm>
            <a:off x="3132138" y="3068638"/>
            <a:ext cx="1281112" cy="1004887"/>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400">
                <a:solidFill>
                  <a:srgbClr val="F8F8F8"/>
                </a:solidFill>
                <a:latin typeface="Calibri" panose="020F0502020204030204" pitchFamily="34" charset="0"/>
              </a:rPr>
              <a:t>執行</a:t>
            </a:r>
          </a:p>
          <a:p>
            <a:pPr algn="ctr" eaLnBrk="1" hangingPunct="1">
              <a:spcBef>
                <a:spcPct val="50000"/>
              </a:spcBef>
              <a:buClrTx/>
              <a:buFontTx/>
              <a:buNone/>
            </a:pPr>
            <a:r>
              <a:rPr lang="zh-TW" altLang="en-US" sz="2400">
                <a:solidFill>
                  <a:srgbClr val="F8F8F8"/>
                </a:solidFill>
                <a:latin typeface="Calibri" panose="020F0502020204030204" pitchFamily="34" charset="0"/>
              </a:rPr>
              <a:t>部門</a:t>
            </a:r>
            <a:endParaRPr lang="en-US" altLang="zh-TW" sz="2400">
              <a:solidFill>
                <a:srgbClr val="F8F8F8"/>
              </a:solidFill>
              <a:latin typeface="Calibri" panose="020F0502020204030204" pitchFamily="34" charset="0"/>
            </a:endParaRPr>
          </a:p>
        </p:txBody>
      </p:sp>
      <p:sp>
        <p:nvSpPr>
          <p:cNvPr id="37912" name="Text Box 8"/>
          <p:cNvSpPr txBox="1">
            <a:spLocks noChangeArrowheads="1"/>
          </p:cNvSpPr>
          <p:nvPr/>
        </p:nvSpPr>
        <p:spPr bwMode="white">
          <a:xfrm>
            <a:off x="4716463" y="3068638"/>
            <a:ext cx="1281112" cy="1004887"/>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400">
                <a:solidFill>
                  <a:srgbClr val="F8F8F8"/>
                </a:solidFill>
                <a:latin typeface="Calibri" panose="020F0502020204030204" pitchFamily="34" charset="0"/>
              </a:rPr>
              <a:t>審查</a:t>
            </a:r>
          </a:p>
          <a:p>
            <a:pPr algn="ctr" eaLnBrk="1" hangingPunct="1">
              <a:spcBef>
                <a:spcPct val="50000"/>
              </a:spcBef>
              <a:buClrTx/>
              <a:buFontTx/>
              <a:buNone/>
            </a:pPr>
            <a:r>
              <a:rPr lang="zh-TW" altLang="en-US" sz="2400">
                <a:solidFill>
                  <a:srgbClr val="F8F8F8"/>
                </a:solidFill>
                <a:latin typeface="Calibri" panose="020F0502020204030204" pitchFamily="34" charset="0"/>
              </a:rPr>
              <a:t>部門</a:t>
            </a:r>
            <a:endParaRPr lang="en-US" altLang="zh-TW" sz="2400">
              <a:solidFill>
                <a:srgbClr val="F8F8F8"/>
              </a:solidFill>
              <a:latin typeface="Calibri" panose="020F0502020204030204" pitchFamily="34" charset="0"/>
            </a:endParaRPr>
          </a:p>
        </p:txBody>
      </p:sp>
      <p:sp>
        <p:nvSpPr>
          <p:cNvPr id="37913" name="Text Box 30"/>
          <p:cNvSpPr txBox="1">
            <a:spLocks noChangeArrowheads="1"/>
          </p:cNvSpPr>
          <p:nvPr/>
        </p:nvSpPr>
        <p:spPr bwMode="black">
          <a:xfrm>
            <a:off x="3616325" y="1760538"/>
            <a:ext cx="1828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1800" b="0"/>
              <a:t>提交審議</a:t>
            </a:r>
          </a:p>
        </p:txBody>
      </p:sp>
      <p:sp>
        <p:nvSpPr>
          <p:cNvPr id="37914" name="Text Box 30"/>
          <p:cNvSpPr txBox="1">
            <a:spLocks noChangeArrowheads="1"/>
          </p:cNvSpPr>
          <p:nvPr/>
        </p:nvSpPr>
        <p:spPr bwMode="black">
          <a:xfrm>
            <a:off x="3616325" y="4991100"/>
            <a:ext cx="1828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1800" b="0"/>
              <a:t>核示回復</a:t>
            </a:r>
          </a:p>
        </p:txBody>
      </p:sp>
      <p:sp>
        <p:nvSpPr>
          <p:cNvPr id="37915" name="AutoShape 57"/>
          <p:cNvSpPr>
            <a:spLocks noChangeArrowheads="1"/>
          </p:cNvSpPr>
          <p:nvPr/>
        </p:nvSpPr>
        <p:spPr bwMode="gray">
          <a:xfrm flipH="1" flipV="1">
            <a:off x="3844925" y="3798888"/>
            <a:ext cx="1371600" cy="11620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8112" y="7246"/>
                </a:moveTo>
                <a:cubicBezTo>
                  <a:pt x="16751" y="4446"/>
                  <a:pt x="13912" y="2670"/>
                  <a:pt x="10800" y="2670"/>
                </a:cubicBezTo>
                <a:cubicBezTo>
                  <a:pt x="6776" y="2669"/>
                  <a:pt x="3358" y="5613"/>
                  <a:pt x="2760" y="9591"/>
                </a:cubicBezTo>
                <a:lnTo>
                  <a:pt x="119" y="9195"/>
                </a:lnTo>
                <a:cubicBezTo>
                  <a:pt x="914" y="3909"/>
                  <a:pt x="5455" y="-1"/>
                  <a:pt x="10800" y="0"/>
                </a:cubicBezTo>
                <a:cubicBezTo>
                  <a:pt x="14934" y="0"/>
                  <a:pt x="18706" y="2360"/>
                  <a:pt x="20513" y="6079"/>
                </a:cubicBezTo>
                <a:lnTo>
                  <a:pt x="22942" y="4899"/>
                </a:lnTo>
                <a:lnTo>
                  <a:pt x="21076" y="10291"/>
                </a:lnTo>
                <a:lnTo>
                  <a:pt x="15683" y="8426"/>
                </a:lnTo>
                <a:lnTo>
                  <a:pt x="18112" y="7246"/>
                </a:lnTo>
                <a:close/>
              </a:path>
            </a:pathLst>
          </a:custGeom>
          <a:solidFill>
            <a:schemeClr val="folHlink">
              <a:alpha val="79999"/>
            </a:schemeClr>
          </a:solidFill>
          <a:ln>
            <a:noFill/>
          </a:ln>
          <a:extLst>
            <a:ext uri="{91240B29-F687-4F45-9708-019B960494DF}">
              <a14:hiddenLine xmlns:a14="http://schemas.microsoft.com/office/drawing/2010/main" w="9525" cap="rnd">
                <a:solidFill>
                  <a:srgbClr val="000000"/>
                </a:solidFill>
                <a:prstDash val="sysDot"/>
                <a:miter lim="800000"/>
                <a:headEnd/>
                <a:tailEnd/>
              </a14:hiddenLine>
            </a:ext>
          </a:extLst>
        </p:spPr>
        <p:txBody>
          <a:bodyPr wrap="none" anchor="ctr"/>
          <a:lstStyle/>
          <a:p>
            <a:endParaRPr lang="zh-TW" altLang="en-US"/>
          </a:p>
        </p:txBody>
      </p:sp>
      <p:sp>
        <p:nvSpPr>
          <p:cNvPr id="37916" name="Rectangle 57"/>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FEF926"/>
                </a:solidFill>
              </a:rPr>
              <a:t>☆</a:t>
            </a:r>
            <a:endParaRPr lang="zh-TW" altLang="en-US" sz="1800">
              <a:solidFill>
                <a:srgbClr val="FEF926"/>
              </a:solidFill>
            </a:endParaRPr>
          </a:p>
        </p:txBody>
      </p:sp>
      <p:sp>
        <p:nvSpPr>
          <p:cNvPr id="57" name="文字方塊 56"/>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195778814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blinds(horizontal)">
                                      <p:cBhvr>
                                        <p:cTn id="7" dur="500"/>
                                        <p:tgtEl>
                                          <p:spTgt spid="419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1991"/>
                                        </p:tgtEl>
                                        <p:attrNameLst>
                                          <p:attrName>style.visibility</p:attrName>
                                        </p:attrNameLst>
                                      </p:cBhvr>
                                      <p:to>
                                        <p:strVal val="visible"/>
                                      </p:to>
                                    </p:set>
                                    <p:anim calcmode="lin" valueType="num">
                                      <p:cBhvr additive="base">
                                        <p:cTn id="12" dur="500" fill="hold"/>
                                        <p:tgtEl>
                                          <p:spTgt spid="41991"/>
                                        </p:tgtEl>
                                        <p:attrNameLst>
                                          <p:attrName>ppt_x</p:attrName>
                                        </p:attrNameLst>
                                      </p:cBhvr>
                                      <p:tavLst>
                                        <p:tav tm="0">
                                          <p:val>
                                            <p:strVal val="#ppt_x"/>
                                          </p:val>
                                        </p:tav>
                                        <p:tav tm="100000">
                                          <p:val>
                                            <p:strVal val="#ppt_x"/>
                                          </p:val>
                                        </p:tav>
                                      </p:tavLst>
                                    </p:anim>
                                    <p:anim calcmode="lin" valueType="num">
                                      <p:cBhvr additive="base">
                                        <p:cTn id="13" dur="500" fill="hold"/>
                                        <p:tgtEl>
                                          <p:spTgt spid="41991"/>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1999"/>
                                        </p:tgtEl>
                                        <p:attrNameLst>
                                          <p:attrName>style.visibility</p:attrName>
                                        </p:attrNameLst>
                                      </p:cBhvr>
                                      <p:to>
                                        <p:strVal val="visible"/>
                                      </p:to>
                                    </p:set>
                                    <p:anim calcmode="lin" valueType="num">
                                      <p:cBhvr additive="base">
                                        <p:cTn id="18" dur="500" fill="hold"/>
                                        <p:tgtEl>
                                          <p:spTgt spid="41999"/>
                                        </p:tgtEl>
                                        <p:attrNameLst>
                                          <p:attrName>ppt_x</p:attrName>
                                        </p:attrNameLst>
                                      </p:cBhvr>
                                      <p:tavLst>
                                        <p:tav tm="0">
                                          <p:val>
                                            <p:strVal val="#ppt_x"/>
                                          </p:val>
                                        </p:tav>
                                        <p:tav tm="100000">
                                          <p:val>
                                            <p:strVal val="#ppt_x"/>
                                          </p:val>
                                        </p:tav>
                                      </p:tavLst>
                                    </p:anim>
                                    <p:anim calcmode="lin" valueType="num">
                                      <p:cBhvr additive="base">
                                        <p:cTn id="19" dur="500" fill="hold"/>
                                        <p:tgtEl>
                                          <p:spTgt spid="41999"/>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41997"/>
                                        </p:tgtEl>
                                        <p:attrNameLst>
                                          <p:attrName>style.visibility</p:attrName>
                                        </p:attrNameLst>
                                      </p:cBhvr>
                                      <p:to>
                                        <p:strVal val="visible"/>
                                      </p:to>
                                    </p:set>
                                    <p:anim calcmode="lin" valueType="num">
                                      <p:cBhvr additive="base">
                                        <p:cTn id="24" dur="500" fill="hold"/>
                                        <p:tgtEl>
                                          <p:spTgt spid="41997"/>
                                        </p:tgtEl>
                                        <p:attrNameLst>
                                          <p:attrName>ppt_x</p:attrName>
                                        </p:attrNameLst>
                                      </p:cBhvr>
                                      <p:tavLst>
                                        <p:tav tm="0">
                                          <p:val>
                                            <p:strVal val="#ppt_x"/>
                                          </p:val>
                                        </p:tav>
                                        <p:tav tm="100000">
                                          <p:val>
                                            <p:strVal val="#ppt_x"/>
                                          </p:val>
                                        </p:tav>
                                      </p:tavLst>
                                    </p:anim>
                                    <p:anim calcmode="lin" valueType="num">
                                      <p:cBhvr additive="base">
                                        <p:cTn id="25" dur="500" fill="hold"/>
                                        <p:tgtEl>
                                          <p:spTgt spid="41997"/>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41989"/>
                                        </p:tgtEl>
                                        <p:attrNameLst>
                                          <p:attrName>style.visibility</p:attrName>
                                        </p:attrNameLst>
                                      </p:cBhvr>
                                      <p:to>
                                        <p:strVal val="visible"/>
                                      </p:to>
                                    </p:set>
                                    <p:anim calcmode="lin" valueType="num">
                                      <p:cBhvr additive="base">
                                        <p:cTn id="30" dur="500" fill="hold"/>
                                        <p:tgtEl>
                                          <p:spTgt spid="41989"/>
                                        </p:tgtEl>
                                        <p:attrNameLst>
                                          <p:attrName>ppt_x</p:attrName>
                                        </p:attrNameLst>
                                      </p:cBhvr>
                                      <p:tavLst>
                                        <p:tav tm="0">
                                          <p:val>
                                            <p:strVal val="#ppt_x"/>
                                          </p:val>
                                        </p:tav>
                                        <p:tav tm="100000">
                                          <p:val>
                                            <p:strVal val="#ppt_x"/>
                                          </p:val>
                                        </p:tav>
                                      </p:tavLst>
                                    </p:anim>
                                    <p:anim calcmode="lin" valueType="num">
                                      <p:cBhvr additive="base">
                                        <p:cTn id="31" dur="500" fill="hold"/>
                                        <p:tgtEl>
                                          <p:spTgt spid="41989"/>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41994"/>
                                        </p:tgtEl>
                                        <p:attrNameLst>
                                          <p:attrName>style.visibility</p:attrName>
                                        </p:attrNameLst>
                                      </p:cBhvr>
                                      <p:to>
                                        <p:strVal val="visible"/>
                                      </p:to>
                                    </p:set>
                                    <p:anim calcmode="lin" valueType="num">
                                      <p:cBhvr additive="base">
                                        <p:cTn id="36" dur="500" fill="hold"/>
                                        <p:tgtEl>
                                          <p:spTgt spid="41994"/>
                                        </p:tgtEl>
                                        <p:attrNameLst>
                                          <p:attrName>ppt_x</p:attrName>
                                        </p:attrNameLst>
                                      </p:cBhvr>
                                      <p:tavLst>
                                        <p:tav tm="0">
                                          <p:val>
                                            <p:strVal val="#ppt_x"/>
                                          </p:val>
                                        </p:tav>
                                        <p:tav tm="100000">
                                          <p:val>
                                            <p:strVal val="#ppt_x"/>
                                          </p:val>
                                        </p:tav>
                                      </p:tavLst>
                                    </p:anim>
                                    <p:anim calcmode="lin" valueType="num">
                                      <p:cBhvr additive="base">
                                        <p:cTn id="37" dur="500" fill="hold"/>
                                        <p:tgtEl>
                                          <p:spTgt spid="41994"/>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42003"/>
                                        </p:tgtEl>
                                        <p:attrNameLst>
                                          <p:attrName>style.visibility</p:attrName>
                                        </p:attrNameLst>
                                      </p:cBhvr>
                                      <p:to>
                                        <p:strVal val="visible"/>
                                      </p:to>
                                    </p:set>
                                    <p:anim calcmode="lin" valueType="num">
                                      <p:cBhvr additive="base">
                                        <p:cTn id="42" dur="500" fill="hold"/>
                                        <p:tgtEl>
                                          <p:spTgt spid="42003"/>
                                        </p:tgtEl>
                                        <p:attrNameLst>
                                          <p:attrName>ppt_x</p:attrName>
                                        </p:attrNameLst>
                                      </p:cBhvr>
                                      <p:tavLst>
                                        <p:tav tm="0">
                                          <p:val>
                                            <p:strVal val="#ppt_x"/>
                                          </p:val>
                                        </p:tav>
                                        <p:tav tm="100000">
                                          <p:val>
                                            <p:strVal val="#ppt_x"/>
                                          </p:val>
                                        </p:tav>
                                      </p:tavLst>
                                    </p:anim>
                                    <p:anim calcmode="lin" valueType="num">
                                      <p:cBhvr additive="base">
                                        <p:cTn id="43" dur="500" fill="hold"/>
                                        <p:tgtEl>
                                          <p:spTgt spid="42003"/>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42001"/>
                                        </p:tgtEl>
                                        <p:attrNameLst>
                                          <p:attrName>style.visibility</p:attrName>
                                        </p:attrNameLst>
                                      </p:cBhvr>
                                      <p:to>
                                        <p:strVal val="visible"/>
                                      </p:to>
                                    </p:set>
                                    <p:anim calcmode="lin" valueType="num">
                                      <p:cBhvr additive="base">
                                        <p:cTn id="48" dur="500" fill="hold"/>
                                        <p:tgtEl>
                                          <p:spTgt spid="42001"/>
                                        </p:tgtEl>
                                        <p:attrNameLst>
                                          <p:attrName>ppt_x</p:attrName>
                                        </p:attrNameLst>
                                      </p:cBhvr>
                                      <p:tavLst>
                                        <p:tav tm="0">
                                          <p:val>
                                            <p:strVal val="#ppt_x"/>
                                          </p:val>
                                        </p:tav>
                                        <p:tav tm="100000">
                                          <p:val>
                                            <p:strVal val="#ppt_x"/>
                                          </p:val>
                                        </p:tav>
                                      </p:tavLst>
                                    </p:anim>
                                    <p:anim calcmode="lin" valueType="num">
                                      <p:cBhvr additive="base">
                                        <p:cTn id="49" dur="500" fill="hold"/>
                                        <p:tgtEl>
                                          <p:spTgt spid="42001"/>
                                        </p:tgtEl>
                                        <p:attrNameLst>
                                          <p:attrName>ppt_y</p:attrName>
                                        </p:attrNameLst>
                                      </p:cBhvr>
                                      <p:tavLst>
                                        <p:tav tm="0">
                                          <p:val>
                                            <p:strVal val="1+#ppt_h/2"/>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56" presetClass="entr" presetSubtype="0" fill="hold" grpId="0" nodeType="clickEffect">
                                  <p:stCondLst>
                                    <p:cond delay="0"/>
                                  </p:stCondLst>
                                  <p:iterate type="lt">
                                    <p:tmPct val="10000"/>
                                  </p:iterate>
                                  <p:childTnLst>
                                    <p:set>
                                      <p:cBhvr>
                                        <p:cTn id="53" dur="1" fill="hold">
                                          <p:stCondLst>
                                            <p:cond delay="0"/>
                                          </p:stCondLst>
                                        </p:cTn>
                                        <p:tgtEl>
                                          <p:spTgt spid="41995"/>
                                        </p:tgtEl>
                                        <p:attrNameLst>
                                          <p:attrName>style.visibility</p:attrName>
                                        </p:attrNameLst>
                                      </p:cBhvr>
                                      <p:to>
                                        <p:strVal val="visible"/>
                                      </p:to>
                                    </p:set>
                                    <p:anim by="(-#ppt_w*2)" calcmode="lin" valueType="num">
                                      <p:cBhvr rctx="PPT">
                                        <p:cTn id="54" dur="500" autoRev="1" fill="hold">
                                          <p:stCondLst>
                                            <p:cond delay="0"/>
                                          </p:stCondLst>
                                        </p:cTn>
                                        <p:tgtEl>
                                          <p:spTgt spid="41995"/>
                                        </p:tgtEl>
                                        <p:attrNameLst>
                                          <p:attrName>ppt_w</p:attrName>
                                        </p:attrNameLst>
                                      </p:cBhvr>
                                    </p:anim>
                                    <p:anim by="(#ppt_w*0.50)" calcmode="lin" valueType="num">
                                      <p:cBhvr>
                                        <p:cTn id="55" dur="500" decel="50000" autoRev="1" fill="hold">
                                          <p:stCondLst>
                                            <p:cond delay="0"/>
                                          </p:stCondLst>
                                        </p:cTn>
                                        <p:tgtEl>
                                          <p:spTgt spid="41995"/>
                                        </p:tgtEl>
                                        <p:attrNameLst>
                                          <p:attrName>ppt_x</p:attrName>
                                        </p:attrNameLst>
                                      </p:cBhvr>
                                    </p:anim>
                                    <p:anim from="(-#ppt_h/2)" to="(#ppt_y)" calcmode="lin" valueType="num">
                                      <p:cBhvr>
                                        <p:cTn id="56" dur="1000" fill="hold">
                                          <p:stCondLst>
                                            <p:cond delay="0"/>
                                          </p:stCondLst>
                                        </p:cTn>
                                        <p:tgtEl>
                                          <p:spTgt spid="41995"/>
                                        </p:tgtEl>
                                        <p:attrNameLst>
                                          <p:attrName>ppt_y</p:attrName>
                                        </p:attrNameLst>
                                      </p:cBhvr>
                                    </p:anim>
                                    <p:animRot by="21600000">
                                      <p:cBhvr>
                                        <p:cTn id="57" dur="1000" fill="hold">
                                          <p:stCondLst>
                                            <p:cond delay="0"/>
                                          </p:stCondLst>
                                        </p:cTn>
                                        <p:tgtEl>
                                          <p:spTgt spid="4199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p:bldP spid="41989" grpId="0"/>
      <p:bldP spid="41991" grpId="0"/>
      <p:bldP spid="41994" grpId="0"/>
      <p:bldP spid="41995" grpId="0"/>
      <p:bldP spid="41997" grpId="0"/>
      <p:bldP spid="41999" grpId="0"/>
      <p:bldP spid="42001" grpId="0"/>
      <p:bldP spid="4200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3"/>
          <p:cNvSpPr>
            <a:spLocks noGrp="1" noChangeArrowheads="1"/>
          </p:cNvSpPr>
          <p:nvPr>
            <p:ph type="title" idx="4294967295"/>
          </p:nvPr>
        </p:nvSpPr>
        <p:spPr>
          <a:xfrm>
            <a:off x="468313" y="260350"/>
            <a:ext cx="8229600" cy="746125"/>
          </a:xfrm>
          <a:noFill/>
        </p:spPr>
        <p:txBody>
          <a:bodyPr>
            <a:normAutofit fontScale="90000"/>
          </a:bodyPr>
          <a:lstStyle/>
          <a:p>
            <a:r>
              <a:rPr lang="zh-TW" altLang="en-US" b="0" dirty="0">
                <a:effectLst/>
                <a:ea typeface="華康新特黑體" pitchFamily="49" charset="-120"/>
              </a:rPr>
              <a:t>出納</a:t>
            </a:r>
          </a:p>
        </p:txBody>
      </p:sp>
      <p:sp>
        <p:nvSpPr>
          <p:cNvPr id="38915" name="Rectangle 34"/>
          <p:cNvSpPr>
            <a:spLocks noChangeArrowheads="1"/>
          </p:cNvSpPr>
          <p:nvPr/>
        </p:nvSpPr>
        <p:spPr bwMode="ltGray">
          <a:xfrm>
            <a:off x="576263" y="2422525"/>
            <a:ext cx="7740650" cy="619125"/>
          </a:xfrm>
          <a:prstGeom prst="rect">
            <a:avLst/>
          </a:prstGeom>
          <a:solidFill>
            <a:srgbClr val="9933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grpSp>
        <p:nvGrpSpPr>
          <p:cNvPr id="38916" name="Group 35"/>
          <p:cNvGrpSpPr>
            <a:grpSpLocks/>
          </p:cNvGrpSpPr>
          <p:nvPr/>
        </p:nvGrpSpPr>
        <p:grpSpPr bwMode="auto">
          <a:xfrm>
            <a:off x="565150" y="2422525"/>
            <a:ext cx="2054225" cy="619125"/>
            <a:chOff x="404" y="1980"/>
            <a:chExt cx="1294" cy="298"/>
          </a:xfrm>
        </p:grpSpPr>
        <p:sp>
          <p:nvSpPr>
            <p:cNvPr id="38940" name="Rectangle 36"/>
            <p:cNvSpPr>
              <a:spLocks noChangeArrowheads="1"/>
            </p:cNvSpPr>
            <p:nvPr/>
          </p:nvSpPr>
          <p:spPr bwMode="invGray">
            <a:xfrm>
              <a:off x="404" y="1980"/>
              <a:ext cx="1205" cy="298"/>
            </a:xfrm>
            <a:prstGeom prst="rect">
              <a:avLst/>
            </a:prstGeom>
            <a:solidFill>
              <a:srgbClr val="00FF00"/>
            </a:solidFill>
            <a:ln>
              <a:noFill/>
            </a:ln>
            <a:effectLst>
              <a:outerShdw dist="63500" algn="ctr" rotWithShape="0">
                <a:schemeClr val="tx1">
                  <a:alpha val="50000"/>
                </a:schemeClr>
              </a:outerShdw>
            </a:effectLst>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38941" name="AutoShape 37"/>
            <p:cNvSpPr>
              <a:spLocks noChangeArrowheads="1"/>
            </p:cNvSpPr>
            <p:nvPr/>
          </p:nvSpPr>
          <p:spPr bwMode="invGray">
            <a:xfrm rot="5400000">
              <a:off x="1568" y="2071"/>
              <a:ext cx="139" cy="120"/>
            </a:xfrm>
            <a:prstGeom prst="triangle">
              <a:avLst>
                <a:gd name="adj" fmla="val 50000"/>
              </a:avLst>
            </a:prstGeom>
            <a:solidFill>
              <a:srgbClr val="00FF00"/>
            </a:solidFill>
            <a:ln>
              <a:noFill/>
            </a:ln>
            <a:effectLst>
              <a:outerShdw dist="63500" algn="ctr" rotWithShape="0">
                <a:schemeClr val="tx1">
                  <a:alpha val="50000"/>
                </a:schemeClr>
              </a:outerShdw>
            </a:effectLst>
            <a:extLst>
              <a:ext uri="{91240B29-F687-4F45-9708-019B960494DF}">
                <a14:hiddenLine xmlns:a14="http://schemas.microsoft.com/office/drawing/2010/main" w="9525" algn="ctr">
                  <a:solidFill>
                    <a:srgbClr val="000000"/>
                  </a:solidFill>
                  <a:miter lim="800000"/>
                  <a:headEnd/>
                  <a:tailEnd/>
                </a14:hiddenLine>
              </a:ext>
            </a:extLst>
          </p:spPr>
          <p:txBody>
            <a:bodyPr rot="10800000"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grpSp>
      <p:sp>
        <p:nvSpPr>
          <p:cNvPr id="38917" name="Text Box 38"/>
          <p:cNvSpPr txBox="1">
            <a:spLocks noChangeArrowheads="1"/>
          </p:cNvSpPr>
          <p:nvPr/>
        </p:nvSpPr>
        <p:spPr bwMode="invGray">
          <a:xfrm>
            <a:off x="2555875" y="2492375"/>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000" dirty="0">
                <a:cs typeface="Arial" panose="020B0604020202020204" pitchFamily="34" charset="0"/>
              </a:rPr>
              <a:t>收入</a:t>
            </a:r>
          </a:p>
        </p:txBody>
      </p:sp>
      <p:sp>
        <p:nvSpPr>
          <p:cNvPr id="38918" name="Rectangle 39"/>
          <p:cNvSpPr>
            <a:spLocks noChangeArrowheads="1"/>
          </p:cNvSpPr>
          <p:nvPr/>
        </p:nvSpPr>
        <p:spPr bwMode="gray">
          <a:xfrm>
            <a:off x="587375" y="2528888"/>
            <a:ext cx="1836738" cy="396875"/>
          </a:xfrm>
          <a:prstGeom prst="rect">
            <a:avLst/>
          </a:prstGeom>
          <a:noFill/>
          <a:ln>
            <a:noFill/>
          </a:ln>
          <a:effectLst>
            <a:outerShdw dist="17961" dir="2700000" algn="ctr" rotWithShape="0">
              <a:srgbClr val="0033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ct val="0"/>
              </a:spcBef>
              <a:buClrTx/>
              <a:buFontTx/>
              <a:buNone/>
            </a:pPr>
            <a:r>
              <a:rPr lang="zh-TW" altLang="en-US" sz="2000" dirty="0">
                <a:cs typeface="Arial" panose="020B0604020202020204" pitchFamily="34" charset="0"/>
              </a:rPr>
              <a:t>現金、存摺</a:t>
            </a:r>
            <a:r>
              <a:rPr lang="en-US" altLang="zh-TW" sz="2000" dirty="0">
                <a:cs typeface="Arial" panose="020B0604020202020204" pitchFamily="34" charset="0"/>
              </a:rPr>
              <a:t>…</a:t>
            </a:r>
          </a:p>
        </p:txBody>
      </p:sp>
      <p:sp>
        <p:nvSpPr>
          <p:cNvPr id="38919" name="AutoShape 40"/>
          <p:cNvSpPr>
            <a:spLocks noChangeArrowheads="1"/>
          </p:cNvSpPr>
          <p:nvPr/>
        </p:nvSpPr>
        <p:spPr bwMode="gray">
          <a:xfrm>
            <a:off x="4051300" y="2589213"/>
            <a:ext cx="368300" cy="273050"/>
          </a:xfrm>
          <a:prstGeom prst="rightArrow">
            <a:avLst>
              <a:gd name="adj1" fmla="val 50000"/>
              <a:gd name="adj2" fmla="val 60467"/>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38920" name="Text Box 41"/>
          <p:cNvSpPr txBox="1">
            <a:spLocks noChangeArrowheads="1"/>
          </p:cNvSpPr>
          <p:nvPr/>
        </p:nvSpPr>
        <p:spPr bwMode="invGray">
          <a:xfrm>
            <a:off x="4427538" y="2492375"/>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000" dirty="0">
                <a:cs typeface="Arial" panose="020B0604020202020204" pitchFamily="34" charset="0"/>
              </a:rPr>
              <a:t>支出</a:t>
            </a:r>
          </a:p>
        </p:txBody>
      </p:sp>
      <p:sp>
        <p:nvSpPr>
          <p:cNvPr id="38921" name="AutoShape 42"/>
          <p:cNvSpPr>
            <a:spLocks noChangeArrowheads="1"/>
          </p:cNvSpPr>
          <p:nvPr/>
        </p:nvSpPr>
        <p:spPr bwMode="gray">
          <a:xfrm>
            <a:off x="6080125" y="2589213"/>
            <a:ext cx="368300" cy="273050"/>
          </a:xfrm>
          <a:prstGeom prst="rightArrow">
            <a:avLst>
              <a:gd name="adj1" fmla="val 50000"/>
              <a:gd name="adj2" fmla="val 60467"/>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38922" name="Text Box 43"/>
          <p:cNvSpPr txBox="1">
            <a:spLocks noChangeArrowheads="1"/>
          </p:cNvSpPr>
          <p:nvPr/>
        </p:nvSpPr>
        <p:spPr bwMode="invGray">
          <a:xfrm>
            <a:off x="6443663" y="2492375"/>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000" dirty="0">
                <a:cs typeface="Arial" panose="020B0604020202020204" pitchFamily="34" charset="0"/>
              </a:rPr>
              <a:t>現金補足</a:t>
            </a:r>
          </a:p>
        </p:txBody>
      </p:sp>
      <p:sp>
        <p:nvSpPr>
          <p:cNvPr id="38923" name="AutoShape 44"/>
          <p:cNvSpPr>
            <a:spLocks noChangeArrowheads="1"/>
          </p:cNvSpPr>
          <p:nvPr/>
        </p:nvSpPr>
        <p:spPr bwMode="gray">
          <a:xfrm>
            <a:off x="862013" y="3171825"/>
            <a:ext cx="1114425" cy="1114425"/>
          </a:xfrm>
          <a:prstGeom prst="diamond">
            <a:avLst/>
          </a:prstGeom>
          <a:solidFill>
            <a:srgbClr val="00FF00"/>
          </a:solidFill>
          <a:ln w="9525">
            <a:miter lim="800000"/>
            <a:headEnd/>
            <a:tailEnd/>
          </a:ln>
          <a:scene3d>
            <a:camera prst="legacyPerspectiveBottom">
              <a:rot lat="20999988" lon="0" rev="0"/>
            </a:camera>
            <a:lightRig rig="legacyFlat4" dir="b"/>
          </a:scene3d>
          <a:sp3d extrusionH="163500" prstMaterial="legacyMatte">
            <a:bevelT w="13500" h="13500" prst="angle"/>
            <a:bevelB w="13500" h="13500" prst="angle"/>
            <a:extrusionClr>
              <a:schemeClr val="hlink"/>
            </a:extrusionClr>
            <a:contourClr>
              <a:srgbClr val="00FF00"/>
            </a:contourClr>
          </a:sp3d>
        </p:spPr>
        <p:txBody>
          <a:bodyPr wrap="none" anchor="ctr">
            <a:flatTx/>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38924" name="AutoShape 45"/>
          <p:cNvSpPr>
            <a:spLocks noChangeArrowheads="1"/>
          </p:cNvSpPr>
          <p:nvPr/>
        </p:nvSpPr>
        <p:spPr bwMode="gray">
          <a:xfrm>
            <a:off x="2843213" y="3171825"/>
            <a:ext cx="1114425" cy="1114425"/>
          </a:xfrm>
          <a:prstGeom prst="diamond">
            <a:avLst/>
          </a:prstGeom>
          <a:solidFill>
            <a:srgbClr val="9933FF"/>
          </a:solidFill>
          <a:ln w="9525">
            <a:miter lim="800000"/>
            <a:headEnd/>
            <a:tailEnd/>
          </a:ln>
          <a:scene3d>
            <a:camera prst="legacyPerspectiveBottom">
              <a:rot lat="20999988" lon="0" rev="0"/>
            </a:camera>
            <a:lightRig rig="legacyFlat4" dir="b"/>
          </a:scene3d>
          <a:sp3d extrusionH="163500" prstMaterial="legacyMatte">
            <a:bevelT w="13500" h="13500" prst="angle"/>
            <a:bevelB w="13500" h="13500" prst="angle"/>
            <a:extrusionClr>
              <a:schemeClr val="accent1"/>
            </a:extrusionClr>
            <a:contourClr>
              <a:srgbClr val="9933FF"/>
            </a:contourClr>
          </a:sp3d>
        </p:spPr>
        <p:txBody>
          <a:bodyPr wrap="none" anchor="ctr">
            <a:flatTx/>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38925" name="AutoShape 46"/>
          <p:cNvSpPr>
            <a:spLocks noChangeArrowheads="1"/>
          </p:cNvSpPr>
          <p:nvPr/>
        </p:nvSpPr>
        <p:spPr bwMode="gray">
          <a:xfrm>
            <a:off x="4833938" y="3171825"/>
            <a:ext cx="1114425" cy="1114425"/>
          </a:xfrm>
          <a:prstGeom prst="diamond">
            <a:avLst/>
          </a:prstGeom>
          <a:solidFill>
            <a:srgbClr val="9933FF"/>
          </a:solidFill>
          <a:ln w="9525">
            <a:miter lim="800000"/>
            <a:headEnd/>
            <a:tailEnd/>
          </a:ln>
          <a:scene3d>
            <a:camera prst="legacyPerspectiveBottom">
              <a:rot lat="20999988" lon="0" rev="0"/>
            </a:camera>
            <a:lightRig rig="legacyFlat4" dir="b"/>
          </a:scene3d>
          <a:sp3d extrusionH="163500" prstMaterial="legacyMatte">
            <a:bevelT w="13500" h="13500" prst="angle"/>
            <a:bevelB w="13500" h="13500" prst="angle"/>
            <a:extrusionClr>
              <a:schemeClr val="accent1"/>
            </a:extrusionClr>
            <a:contourClr>
              <a:srgbClr val="9933FF"/>
            </a:contourClr>
          </a:sp3d>
        </p:spPr>
        <p:txBody>
          <a:bodyPr wrap="none" anchor="ctr">
            <a:flatTx/>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38926" name="AutoShape 47"/>
          <p:cNvSpPr>
            <a:spLocks noChangeArrowheads="1"/>
          </p:cNvSpPr>
          <p:nvPr/>
        </p:nvSpPr>
        <p:spPr bwMode="gray">
          <a:xfrm>
            <a:off x="6777038" y="3171825"/>
            <a:ext cx="1114425" cy="1114425"/>
          </a:xfrm>
          <a:prstGeom prst="diamond">
            <a:avLst/>
          </a:prstGeom>
          <a:solidFill>
            <a:srgbClr val="00FFFF"/>
          </a:solidFill>
          <a:ln w="9525">
            <a:miter lim="800000"/>
            <a:headEnd/>
            <a:tailEnd/>
          </a:ln>
          <a:scene3d>
            <a:camera prst="legacyPerspectiveBottom">
              <a:rot lat="20999988" lon="0" rev="0"/>
            </a:camera>
            <a:lightRig rig="legacyFlat4" dir="b"/>
          </a:scene3d>
          <a:sp3d extrusionH="163500" prstMaterial="legacyMatte">
            <a:bevelT w="13500" h="13500" prst="angle"/>
            <a:bevelB w="13500" h="13500" prst="angle"/>
            <a:extrusionClr>
              <a:schemeClr val="accent1"/>
            </a:extrusionClr>
            <a:contourClr>
              <a:srgbClr val="00FFFF"/>
            </a:contourClr>
          </a:sp3d>
        </p:spPr>
        <p:txBody>
          <a:bodyPr wrap="none" anchor="ctr">
            <a:flatTx/>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cxnSp>
        <p:nvCxnSpPr>
          <p:cNvPr id="38927" name="AutoShape 48"/>
          <p:cNvCxnSpPr>
            <a:cxnSpLocks noChangeShapeType="1"/>
            <a:stCxn id="38923" idx="3"/>
            <a:endCxn id="38924" idx="1"/>
          </p:cNvCxnSpPr>
          <p:nvPr/>
        </p:nvCxnSpPr>
        <p:spPr bwMode="gray">
          <a:xfrm>
            <a:off x="1976438" y="3729038"/>
            <a:ext cx="866775" cy="0"/>
          </a:xfrm>
          <a:prstGeom prst="straightConnector1">
            <a:avLst/>
          </a:prstGeom>
          <a:noFill/>
          <a:ln w="12700">
            <a:solidFill>
              <a:srgbClr val="333333"/>
            </a:solidFill>
            <a:round/>
            <a:headEnd type="oval" w="sm" len="sm"/>
            <a:tailEnd type="oval" w="sm" len="sm"/>
          </a:ln>
          <a:extLst>
            <a:ext uri="{909E8E84-426E-40DD-AFC4-6F175D3DCCD1}">
              <a14:hiddenFill xmlns:a14="http://schemas.microsoft.com/office/drawing/2010/main">
                <a:noFill/>
              </a14:hiddenFill>
            </a:ext>
          </a:extLst>
        </p:spPr>
      </p:cxnSp>
      <p:cxnSp>
        <p:nvCxnSpPr>
          <p:cNvPr id="38928" name="AutoShape 49"/>
          <p:cNvCxnSpPr>
            <a:cxnSpLocks noChangeShapeType="1"/>
            <a:stCxn id="38924" idx="3"/>
            <a:endCxn id="38925" idx="1"/>
          </p:cNvCxnSpPr>
          <p:nvPr/>
        </p:nvCxnSpPr>
        <p:spPr bwMode="gray">
          <a:xfrm>
            <a:off x="3957638" y="3729038"/>
            <a:ext cx="876300" cy="0"/>
          </a:xfrm>
          <a:prstGeom prst="straightConnector1">
            <a:avLst/>
          </a:prstGeom>
          <a:noFill/>
          <a:ln w="12700">
            <a:solidFill>
              <a:srgbClr val="333333"/>
            </a:solidFill>
            <a:round/>
            <a:headEnd type="oval" w="sm" len="sm"/>
            <a:tailEnd type="oval" w="sm" len="sm"/>
          </a:ln>
          <a:extLst>
            <a:ext uri="{909E8E84-426E-40DD-AFC4-6F175D3DCCD1}">
              <a14:hiddenFill xmlns:a14="http://schemas.microsoft.com/office/drawing/2010/main">
                <a:noFill/>
              </a14:hiddenFill>
            </a:ext>
          </a:extLst>
        </p:spPr>
      </p:cxnSp>
      <p:cxnSp>
        <p:nvCxnSpPr>
          <p:cNvPr id="38929" name="AutoShape 50"/>
          <p:cNvCxnSpPr>
            <a:cxnSpLocks noChangeShapeType="1"/>
            <a:stCxn id="38925" idx="3"/>
            <a:endCxn id="38926" idx="1"/>
          </p:cNvCxnSpPr>
          <p:nvPr/>
        </p:nvCxnSpPr>
        <p:spPr bwMode="gray">
          <a:xfrm>
            <a:off x="5948363" y="3729038"/>
            <a:ext cx="828675" cy="0"/>
          </a:xfrm>
          <a:prstGeom prst="straightConnector1">
            <a:avLst/>
          </a:prstGeom>
          <a:noFill/>
          <a:ln w="12700">
            <a:solidFill>
              <a:srgbClr val="333333"/>
            </a:solidFill>
            <a:round/>
            <a:headEnd type="oval" w="sm" len="sm"/>
            <a:tailEnd type="oval" w="sm" len="sm"/>
          </a:ln>
          <a:extLst>
            <a:ext uri="{909E8E84-426E-40DD-AFC4-6F175D3DCCD1}">
              <a14:hiddenFill xmlns:a14="http://schemas.microsoft.com/office/drawing/2010/main">
                <a:noFill/>
              </a14:hiddenFill>
            </a:ext>
          </a:extLst>
        </p:spPr>
      </p:cxnSp>
      <p:sp>
        <p:nvSpPr>
          <p:cNvPr id="38930" name="Text Box 51"/>
          <p:cNvSpPr txBox="1">
            <a:spLocks noChangeArrowheads="1"/>
          </p:cNvSpPr>
          <p:nvPr/>
        </p:nvSpPr>
        <p:spPr bwMode="gray">
          <a:xfrm>
            <a:off x="965200" y="34972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400" dirty="0">
                <a:cs typeface="Arial" panose="020B0604020202020204" pitchFamily="34" charset="0"/>
              </a:rPr>
              <a:t>保管</a:t>
            </a:r>
            <a:endParaRPr lang="en-US" altLang="zh-TW" sz="2400" dirty="0">
              <a:cs typeface="Arial" panose="020B0604020202020204" pitchFamily="34" charset="0"/>
            </a:endParaRPr>
          </a:p>
        </p:txBody>
      </p:sp>
      <p:sp>
        <p:nvSpPr>
          <p:cNvPr id="38931" name="Text Box 52"/>
          <p:cNvSpPr txBox="1">
            <a:spLocks noChangeArrowheads="1"/>
          </p:cNvSpPr>
          <p:nvPr/>
        </p:nvSpPr>
        <p:spPr bwMode="gray">
          <a:xfrm>
            <a:off x="2954338" y="34972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400" dirty="0">
                <a:cs typeface="Arial" panose="020B0604020202020204" pitchFamily="34" charset="0"/>
              </a:rPr>
              <a:t>取證</a:t>
            </a:r>
          </a:p>
        </p:txBody>
      </p:sp>
      <p:sp>
        <p:nvSpPr>
          <p:cNvPr id="38932" name="Text Box 53"/>
          <p:cNvSpPr txBox="1">
            <a:spLocks noChangeArrowheads="1"/>
          </p:cNvSpPr>
          <p:nvPr/>
        </p:nvSpPr>
        <p:spPr bwMode="gray">
          <a:xfrm>
            <a:off x="4964113" y="34972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400" dirty="0">
                <a:cs typeface="Arial" panose="020B0604020202020204" pitchFamily="34" charset="0"/>
              </a:rPr>
              <a:t>取證</a:t>
            </a:r>
          </a:p>
        </p:txBody>
      </p:sp>
      <p:sp>
        <p:nvSpPr>
          <p:cNvPr id="38933" name="Text Box 54"/>
          <p:cNvSpPr txBox="1">
            <a:spLocks noChangeArrowheads="1"/>
          </p:cNvSpPr>
          <p:nvPr/>
        </p:nvSpPr>
        <p:spPr bwMode="gray">
          <a:xfrm>
            <a:off x="6916738" y="34972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400" dirty="0">
                <a:cs typeface="Arial" panose="020B0604020202020204" pitchFamily="34" charset="0"/>
              </a:rPr>
              <a:t>便捷</a:t>
            </a:r>
          </a:p>
        </p:txBody>
      </p:sp>
      <p:sp>
        <p:nvSpPr>
          <p:cNvPr id="38934" name="Text Box 55"/>
          <p:cNvSpPr txBox="1">
            <a:spLocks noChangeArrowheads="1"/>
          </p:cNvSpPr>
          <p:nvPr/>
        </p:nvSpPr>
        <p:spPr bwMode="gray">
          <a:xfrm>
            <a:off x="395288" y="4437063"/>
            <a:ext cx="2184400"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50000"/>
              </a:spcBef>
              <a:buClrTx/>
              <a:buFontTx/>
              <a:buChar char="•"/>
            </a:pPr>
            <a:r>
              <a:rPr lang="zh-TW" altLang="en-US" sz="1600" b="0" dirty="0">
                <a:cs typeface="Arial" panose="020B0604020202020204" pitchFamily="34" charset="0"/>
              </a:rPr>
              <a:t> 現金、存摺、定存單等等之保管。</a:t>
            </a:r>
            <a:endParaRPr lang="en-US" altLang="zh-TW" sz="1600" b="0" dirty="0">
              <a:cs typeface="Arial" panose="020B0604020202020204" pitchFamily="34" charset="0"/>
            </a:endParaRPr>
          </a:p>
          <a:p>
            <a:pPr eaLnBrk="1" hangingPunct="1">
              <a:spcBef>
                <a:spcPct val="50000"/>
              </a:spcBef>
              <a:buClrTx/>
              <a:buFontTx/>
              <a:buChar char="•"/>
            </a:pPr>
            <a:r>
              <a:rPr lang="en-US" altLang="zh-TW" sz="1600" b="0" dirty="0">
                <a:cs typeface="Arial" panose="020B0604020202020204" pitchFamily="34" charset="0"/>
              </a:rPr>
              <a:t> </a:t>
            </a:r>
            <a:r>
              <a:rPr lang="zh-TW" altLang="en-US" sz="1600" b="0" dirty="0">
                <a:cs typeface="Arial" panose="020B0604020202020204" pitchFamily="34" charset="0"/>
              </a:rPr>
              <a:t>各項收支除現金應製作出納表外，應隨時與會計核對額數。</a:t>
            </a:r>
            <a:endParaRPr lang="en-US" altLang="zh-TW" sz="1600" b="0" dirty="0">
              <a:cs typeface="Arial" panose="020B0604020202020204" pitchFamily="34" charset="0"/>
            </a:endParaRPr>
          </a:p>
        </p:txBody>
      </p:sp>
      <p:sp>
        <p:nvSpPr>
          <p:cNvPr id="38935" name="Text Box 56"/>
          <p:cNvSpPr txBox="1">
            <a:spLocks noChangeArrowheads="1"/>
          </p:cNvSpPr>
          <p:nvPr/>
        </p:nvSpPr>
        <p:spPr bwMode="gray">
          <a:xfrm>
            <a:off x="2551113" y="4443413"/>
            <a:ext cx="2184400"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50000"/>
              </a:spcBef>
              <a:buClrTx/>
              <a:buFontTx/>
              <a:buChar char="•"/>
            </a:pPr>
            <a:r>
              <a:rPr lang="zh-TW" altLang="en-US" sz="1600" b="0">
                <a:cs typeface="Arial" panose="020B0604020202020204" pitchFamily="34" charset="0"/>
              </a:rPr>
              <a:t> 製作收據</a:t>
            </a:r>
          </a:p>
          <a:p>
            <a:pPr eaLnBrk="1" hangingPunct="1">
              <a:spcBef>
                <a:spcPct val="50000"/>
              </a:spcBef>
              <a:buClrTx/>
              <a:buFontTx/>
              <a:buChar char="•"/>
            </a:pPr>
            <a:r>
              <a:rPr lang="en-US" altLang="zh-TW" sz="1600" b="0">
                <a:cs typeface="Arial" panose="020B0604020202020204" pitchFamily="34" charset="0"/>
              </a:rPr>
              <a:t> </a:t>
            </a:r>
            <a:r>
              <a:rPr lang="zh-TW" altLang="en-US" sz="1600" b="0">
                <a:cs typeface="Arial" panose="020B0604020202020204" pitchFamily="34" charset="0"/>
              </a:rPr>
              <a:t>入庫</a:t>
            </a:r>
          </a:p>
          <a:p>
            <a:pPr eaLnBrk="1" hangingPunct="1">
              <a:spcBef>
                <a:spcPct val="50000"/>
              </a:spcBef>
              <a:buClrTx/>
              <a:buFontTx/>
              <a:buChar char="•"/>
            </a:pPr>
            <a:r>
              <a:rPr lang="zh-TW" altLang="en-US" sz="1600" b="0">
                <a:cs typeface="Arial" panose="020B0604020202020204" pitchFamily="34" charset="0"/>
              </a:rPr>
              <a:t> 刷本</a:t>
            </a:r>
          </a:p>
          <a:p>
            <a:pPr eaLnBrk="1" hangingPunct="1">
              <a:spcBef>
                <a:spcPct val="50000"/>
              </a:spcBef>
              <a:buClrTx/>
              <a:buFontTx/>
              <a:buChar char="•"/>
            </a:pPr>
            <a:r>
              <a:rPr lang="zh-TW" altLang="en-US" sz="1600" b="0">
                <a:cs typeface="Arial" panose="020B0604020202020204" pitchFamily="34" charset="0"/>
              </a:rPr>
              <a:t>交付會計</a:t>
            </a:r>
          </a:p>
        </p:txBody>
      </p:sp>
      <p:sp>
        <p:nvSpPr>
          <p:cNvPr id="38936" name="Text Box 57"/>
          <p:cNvSpPr txBox="1">
            <a:spLocks noChangeArrowheads="1"/>
          </p:cNvSpPr>
          <p:nvPr/>
        </p:nvSpPr>
        <p:spPr bwMode="gray">
          <a:xfrm>
            <a:off x="4356100" y="4437063"/>
            <a:ext cx="2184400"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50000"/>
              </a:spcBef>
              <a:buClrTx/>
              <a:buFontTx/>
              <a:buChar char="•"/>
            </a:pPr>
            <a:r>
              <a:rPr lang="zh-TW" altLang="en-US" sz="1600" b="0">
                <a:cs typeface="Arial" panose="020B0604020202020204" pitchFamily="34" charset="0"/>
              </a:rPr>
              <a:t> 確認授權</a:t>
            </a:r>
          </a:p>
          <a:p>
            <a:pPr eaLnBrk="1" hangingPunct="1">
              <a:spcBef>
                <a:spcPct val="50000"/>
              </a:spcBef>
              <a:buClrTx/>
              <a:buFontTx/>
              <a:buChar char="•"/>
            </a:pPr>
            <a:r>
              <a:rPr lang="en-US" altLang="zh-TW" sz="1600" b="0">
                <a:cs typeface="Arial" panose="020B0604020202020204" pitchFamily="34" charset="0"/>
              </a:rPr>
              <a:t> </a:t>
            </a:r>
            <a:r>
              <a:rPr lang="zh-TW" altLang="en-US" sz="1600" b="0">
                <a:cs typeface="Arial" panose="020B0604020202020204" pitchFamily="34" charset="0"/>
              </a:rPr>
              <a:t>取得憑證</a:t>
            </a:r>
          </a:p>
          <a:p>
            <a:pPr eaLnBrk="1" hangingPunct="1">
              <a:spcBef>
                <a:spcPct val="50000"/>
              </a:spcBef>
              <a:buClrTx/>
              <a:buFontTx/>
              <a:buChar char="•"/>
            </a:pPr>
            <a:r>
              <a:rPr lang="zh-TW" altLang="en-US" sz="1600" b="0">
                <a:cs typeface="Arial" panose="020B0604020202020204" pitchFamily="34" charset="0"/>
              </a:rPr>
              <a:t> 出庫並確認餘額</a:t>
            </a:r>
          </a:p>
          <a:p>
            <a:pPr eaLnBrk="1" hangingPunct="1">
              <a:spcBef>
                <a:spcPct val="50000"/>
              </a:spcBef>
              <a:buClrTx/>
              <a:buFontTx/>
              <a:buChar char="•"/>
            </a:pPr>
            <a:r>
              <a:rPr lang="zh-TW" altLang="en-US" sz="1600" b="0">
                <a:cs typeface="Arial" panose="020B0604020202020204" pitchFamily="34" charset="0"/>
              </a:rPr>
              <a:t>刷本交付會計</a:t>
            </a:r>
          </a:p>
        </p:txBody>
      </p:sp>
      <p:sp>
        <p:nvSpPr>
          <p:cNvPr id="38937" name="Text Box 58"/>
          <p:cNvSpPr txBox="1">
            <a:spLocks noChangeArrowheads="1"/>
          </p:cNvSpPr>
          <p:nvPr/>
        </p:nvSpPr>
        <p:spPr bwMode="gray">
          <a:xfrm>
            <a:off x="6513513" y="4443413"/>
            <a:ext cx="2184400"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50000"/>
              </a:spcBef>
              <a:buClrTx/>
              <a:buFontTx/>
              <a:buChar char="•"/>
            </a:pPr>
            <a:r>
              <a:rPr lang="zh-TW" altLang="en-US" sz="1600" b="0">
                <a:cs typeface="Arial" panose="020B0604020202020204" pitchFamily="34" charset="0"/>
              </a:rPr>
              <a:t> 定期</a:t>
            </a:r>
            <a:r>
              <a:rPr lang="en-US" altLang="zh-TW" sz="1600" b="0">
                <a:cs typeface="Arial" panose="020B0604020202020204" pitchFamily="34" charset="0"/>
              </a:rPr>
              <a:t>(</a:t>
            </a:r>
            <a:r>
              <a:rPr lang="zh-TW" altLang="en-US" sz="1600" b="0">
                <a:cs typeface="Arial" panose="020B0604020202020204" pitchFamily="34" charset="0"/>
              </a:rPr>
              <a:t>逐月</a:t>
            </a:r>
            <a:r>
              <a:rPr lang="en-US" altLang="zh-TW" sz="1600" b="0">
                <a:cs typeface="Arial" panose="020B0604020202020204" pitchFamily="34" charset="0"/>
              </a:rPr>
              <a:t>)</a:t>
            </a:r>
            <a:r>
              <a:rPr lang="zh-TW" altLang="en-US" sz="1600" b="0">
                <a:cs typeface="Arial" panose="020B0604020202020204" pitchFamily="34" charset="0"/>
              </a:rPr>
              <a:t>審視</a:t>
            </a:r>
          </a:p>
          <a:p>
            <a:pPr eaLnBrk="1" hangingPunct="1">
              <a:spcBef>
                <a:spcPct val="50000"/>
              </a:spcBef>
              <a:buClrTx/>
              <a:buFontTx/>
              <a:buChar char="•"/>
            </a:pPr>
            <a:r>
              <a:rPr lang="en-US" altLang="zh-TW" sz="1600" b="0">
                <a:cs typeface="Arial" panose="020B0604020202020204" pitchFamily="34" charset="0"/>
              </a:rPr>
              <a:t> </a:t>
            </a:r>
            <a:r>
              <a:rPr lang="zh-TW" altLang="en-US" sz="1600" b="0">
                <a:cs typeface="Arial" panose="020B0604020202020204" pitchFamily="34" charset="0"/>
              </a:rPr>
              <a:t>補足金額之下限</a:t>
            </a:r>
          </a:p>
          <a:p>
            <a:pPr eaLnBrk="1" hangingPunct="1">
              <a:spcBef>
                <a:spcPct val="50000"/>
              </a:spcBef>
              <a:buClrTx/>
              <a:buFontTx/>
              <a:buChar char="•"/>
            </a:pPr>
            <a:r>
              <a:rPr lang="zh-TW" altLang="en-US" sz="1600" b="0">
                <a:cs typeface="Arial" panose="020B0604020202020204" pitchFamily="34" charset="0"/>
              </a:rPr>
              <a:t> 補足金額之上限</a:t>
            </a:r>
          </a:p>
          <a:p>
            <a:pPr eaLnBrk="1" hangingPunct="1">
              <a:spcBef>
                <a:spcPct val="50000"/>
              </a:spcBef>
              <a:buClrTx/>
              <a:buFontTx/>
              <a:buChar char="•"/>
            </a:pPr>
            <a:r>
              <a:rPr lang="zh-TW" altLang="en-US" sz="1600" b="0">
                <a:cs typeface="Arial" panose="020B0604020202020204" pitchFamily="34" charset="0"/>
              </a:rPr>
              <a:t> 製作現金出納表</a:t>
            </a:r>
          </a:p>
        </p:txBody>
      </p:sp>
      <p:sp>
        <p:nvSpPr>
          <p:cNvPr id="38938" name="Rectangle 59"/>
          <p:cNvSpPr>
            <a:spLocks noChangeArrowheads="1"/>
          </p:cNvSpPr>
          <p:nvPr/>
        </p:nvSpPr>
        <p:spPr bwMode="gray">
          <a:xfrm>
            <a:off x="755650" y="1125538"/>
            <a:ext cx="74168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nSpc>
                <a:spcPct val="110000"/>
              </a:lnSpc>
              <a:spcBef>
                <a:spcPct val="0"/>
              </a:spcBef>
              <a:buClrTx/>
              <a:buFontTx/>
              <a:buNone/>
            </a:pPr>
            <a:r>
              <a:rPr lang="zh-TW" altLang="en-US" sz="1800" b="0" dirty="0">
                <a:latin typeface="細明體" panose="02020509000000000000" pitchFamily="49" charset="-120"/>
                <a:ea typeface="細明體" panose="02020509000000000000" pitchFamily="49" charset="-120"/>
                <a:cs typeface="Arial" panose="020B0604020202020204" pitchFamily="34" charset="0"/>
              </a:rPr>
              <a:t>保管錢的人：</a:t>
            </a:r>
            <a:r>
              <a:rPr lang="en-US" altLang="zh-TW" sz="1800" b="0" dirty="0">
                <a:latin typeface="細明體" panose="02020509000000000000" pitchFamily="49" charset="-120"/>
                <a:ea typeface="細明體" panose="02020509000000000000" pitchFamily="49" charset="-120"/>
                <a:cs typeface="Arial" panose="020B0604020202020204" pitchFamily="34" charset="0"/>
              </a:rPr>
              <a:t>1.</a:t>
            </a:r>
            <a:r>
              <a:rPr lang="zh-TW" altLang="en-US" sz="1800" b="0" dirty="0">
                <a:latin typeface="細明體" panose="02020509000000000000" pitchFamily="49" charset="-120"/>
                <a:ea typeface="細明體" panose="02020509000000000000" pitchFamily="49" charset="-120"/>
                <a:cs typeface="Arial" panose="020B0604020202020204" pitchFamily="34" charset="0"/>
              </a:rPr>
              <a:t>經辦收付工作</a:t>
            </a:r>
            <a:r>
              <a:rPr lang="zh-TW" altLang="en-US" sz="1800" b="0" dirty="0">
                <a:ea typeface="細明體" panose="02020509000000000000" pitchFamily="49" charset="-120"/>
                <a:cs typeface="Arial" panose="020B0604020202020204" pitchFamily="34" charset="0"/>
              </a:rPr>
              <a:t>。</a:t>
            </a:r>
            <a:endParaRPr lang="zh-TW" altLang="en-US" sz="1800" b="0" dirty="0">
              <a:latin typeface="細明體" panose="02020509000000000000" pitchFamily="49" charset="-120"/>
              <a:ea typeface="細明體" panose="02020509000000000000" pitchFamily="49" charset="-120"/>
              <a:cs typeface="Arial" panose="020B0604020202020204" pitchFamily="34" charset="0"/>
            </a:endParaRPr>
          </a:p>
          <a:p>
            <a:pPr lvl="3">
              <a:lnSpc>
                <a:spcPct val="110000"/>
              </a:lnSpc>
              <a:spcBef>
                <a:spcPct val="0"/>
              </a:spcBef>
              <a:buClrTx/>
              <a:buFontTx/>
              <a:buNone/>
            </a:pPr>
            <a:r>
              <a:rPr lang="en-US" altLang="zh-TW" sz="1800" b="0" dirty="0">
                <a:latin typeface="細明體" panose="02020509000000000000" pitchFamily="49" charset="-120"/>
                <a:ea typeface="細明體" panose="02020509000000000000" pitchFamily="49" charset="-120"/>
                <a:cs typeface="Arial" panose="020B0604020202020204" pitchFamily="34" charset="0"/>
              </a:rPr>
              <a:t>2.</a:t>
            </a:r>
            <a:r>
              <a:rPr lang="zh-TW" altLang="en-US" sz="1800" b="0" dirty="0">
                <a:latin typeface="細明體" panose="02020509000000000000" pitchFamily="49" charset="-120"/>
                <a:ea typeface="細明體" panose="02020509000000000000" pitchFamily="49" charset="-120"/>
                <a:cs typeface="Arial" panose="020B0604020202020204" pitchFamily="34" charset="0"/>
              </a:rPr>
              <a:t>經管櫃存現金、票據、有價證券及其他保管品等工作</a:t>
            </a:r>
            <a:r>
              <a:rPr lang="zh-TW" altLang="en-US" sz="1800" b="0" dirty="0">
                <a:cs typeface="Arial" panose="020B0604020202020204" pitchFamily="34" charset="0"/>
              </a:rPr>
              <a:t>。</a:t>
            </a:r>
            <a:r>
              <a:rPr lang="en-US" altLang="zh-TW" sz="1800" b="0" dirty="0">
                <a:latin typeface="細明體" panose="02020509000000000000" pitchFamily="49" charset="-120"/>
                <a:ea typeface="細明體" panose="02020509000000000000" pitchFamily="49" charset="-120"/>
              </a:rPr>
              <a:t>3.</a:t>
            </a:r>
            <a:r>
              <a:rPr lang="zh-TW" altLang="en-US" sz="1800" b="0" dirty="0">
                <a:latin typeface="細明體" panose="02020509000000000000" pitchFamily="49" charset="-120"/>
                <a:ea typeface="細明體" panose="02020509000000000000" pitchFamily="49" charset="-120"/>
              </a:rPr>
              <a:t>經辦帳表（現金出納表）登記工作。 </a:t>
            </a:r>
          </a:p>
        </p:txBody>
      </p:sp>
      <p:sp>
        <p:nvSpPr>
          <p:cNvPr id="38939" name="Rectangle 30"/>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FEF926"/>
                </a:solidFill>
              </a:rPr>
              <a:t>☆</a:t>
            </a:r>
            <a:endParaRPr lang="zh-TW" altLang="en-US" sz="1800">
              <a:solidFill>
                <a:srgbClr val="FEF926"/>
              </a:solidFill>
            </a:endParaRPr>
          </a:p>
        </p:txBody>
      </p:sp>
      <p:sp>
        <p:nvSpPr>
          <p:cNvPr id="30" name="文字方塊 29"/>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3173325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468313" y="260350"/>
            <a:ext cx="8229600" cy="746125"/>
          </a:xfrm>
          <a:noFill/>
        </p:spPr>
        <p:txBody>
          <a:bodyPr>
            <a:normAutofit fontScale="90000"/>
          </a:bodyPr>
          <a:lstStyle/>
          <a:p>
            <a:r>
              <a:rPr lang="zh-TW" altLang="en-US" b="0" dirty="0">
                <a:effectLst/>
                <a:ea typeface="華康新特黑體" pitchFamily="49" charset="-120"/>
              </a:rPr>
              <a:t>會計</a:t>
            </a:r>
          </a:p>
        </p:txBody>
      </p:sp>
      <p:sp>
        <p:nvSpPr>
          <p:cNvPr id="39939" name="Rectangle 3"/>
          <p:cNvSpPr>
            <a:spLocks noChangeArrowheads="1"/>
          </p:cNvSpPr>
          <p:nvPr/>
        </p:nvSpPr>
        <p:spPr bwMode="ltGray">
          <a:xfrm>
            <a:off x="576263" y="2422525"/>
            <a:ext cx="7740650" cy="619125"/>
          </a:xfrm>
          <a:prstGeom prst="rect">
            <a:avLst/>
          </a:prstGeom>
          <a:solidFill>
            <a:srgbClr val="9933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grpSp>
        <p:nvGrpSpPr>
          <p:cNvPr id="39940" name="Group 4"/>
          <p:cNvGrpSpPr>
            <a:grpSpLocks/>
          </p:cNvGrpSpPr>
          <p:nvPr/>
        </p:nvGrpSpPr>
        <p:grpSpPr bwMode="auto">
          <a:xfrm>
            <a:off x="565150" y="2422525"/>
            <a:ext cx="2054225" cy="619125"/>
            <a:chOff x="404" y="1980"/>
            <a:chExt cx="1294" cy="298"/>
          </a:xfrm>
        </p:grpSpPr>
        <p:sp>
          <p:nvSpPr>
            <p:cNvPr id="39964" name="Rectangle 5"/>
            <p:cNvSpPr>
              <a:spLocks noChangeArrowheads="1"/>
            </p:cNvSpPr>
            <p:nvPr/>
          </p:nvSpPr>
          <p:spPr bwMode="invGray">
            <a:xfrm>
              <a:off x="404" y="1980"/>
              <a:ext cx="1205" cy="298"/>
            </a:xfrm>
            <a:prstGeom prst="rect">
              <a:avLst/>
            </a:prstGeom>
            <a:solidFill>
              <a:srgbClr val="00FF00"/>
            </a:solidFill>
            <a:ln>
              <a:noFill/>
            </a:ln>
            <a:effectLst>
              <a:outerShdw dist="63500" algn="ctr" rotWithShape="0">
                <a:schemeClr val="tx1">
                  <a:alpha val="50000"/>
                </a:schemeClr>
              </a:outerShdw>
            </a:effectLst>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39965" name="AutoShape 6"/>
            <p:cNvSpPr>
              <a:spLocks noChangeArrowheads="1"/>
            </p:cNvSpPr>
            <p:nvPr/>
          </p:nvSpPr>
          <p:spPr bwMode="invGray">
            <a:xfrm rot="5400000">
              <a:off x="1568" y="2071"/>
              <a:ext cx="139" cy="120"/>
            </a:xfrm>
            <a:prstGeom prst="triangle">
              <a:avLst>
                <a:gd name="adj" fmla="val 50000"/>
              </a:avLst>
            </a:prstGeom>
            <a:solidFill>
              <a:srgbClr val="00FF00"/>
            </a:solidFill>
            <a:ln>
              <a:noFill/>
            </a:ln>
            <a:effectLst>
              <a:outerShdw dist="63500" algn="ctr" rotWithShape="0">
                <a:schemeClr val="tx1">
                  <a:alpha val="50000"/>
                </a:schemeClr>
              </a:outerShdw>
            </a:effectLst>
            <a:extLst>
              <a:ext uri="{91240B29-F687-4F45-9708-019B960494DF}">
                <a14:hiddenLine xmlns:a14="http://schemas.microsoft.com/office/drawing/2010/main" w="9525" algn="ctr">
                  <a:solidFill>
                    <a:srgbClr val="000000"/>
                  </a:solidFill>
                  <a:miter lim="800000"/>
                  <a:headEnd/>
                  <a:tailEnd/>
                </a14:hiddenLine>
              </a:ext>
            </a:extLst>
          </p:spPr>
          <p:txBody>
            <a:bodyPr rot="10800000" vert="eaVert"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grpSp>
      <p:sp>
        <p:nvSpPr>
          <p:cNvPr id="39941" name="Text Box 7"/>
          <p:cNvSpPr txBox="1">
            <a:spLocks noChangeArrowheads="1"/>
          </p:cNvSpPr>
          <p:nvPr/>
        </p:nvSpPr>
        <p:spPr bwMode="invGray">
          <a:xfrm>
            <a:off x="2555875" y="2492375"/>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000" dirty="0">
                <a:cs typeface="Arial" panose="020B0604020202020204" pitchFamily="34" charset="0"/>
              </a:rPr>
              <a:t>收憑證</a:t>
            </a:r>
          </a:p>
        </p:txBody>
      </p:sp>
      <p:sp>
        <p:nvSpPr>
          <p:cNvPr id="39942" name="Rectangle 8"/>
          <p:cNvSpPr>
            <a:spLocks noChangeArrowheads="1"/>
          </p:cNvSpPr>
          <p:nvPr/>
        </p:nvSpPr>
        <p:spPr bwMode="gray">
          <a:xfrm>
            <a:off x="468313" y="2492375"/>
            <a:ext cx="2028825" cy="396875"/>
          </a:xfrm>
          <a:prstGeom prst="rect">
            <a:avLst/>
          </a:prstGeom>
          <a:noFill/>
          <a:ln>
            <a:noFill/>
          </a:ln>
          <a:effectLst>
            <a:outerShdw dist="17961" dir="2700000" algn="ctr" rotWithShape="0">
              <a:srgbClr val="0033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ct val="0"/>
              </a:spcBef>
              <a:buClrTx/>
              <a:buFontTx/>
              <a:buNone/>
            </a:pPr>
            <a:r>
              <a:rPr lang="zh-TW" altLang="en-US" sz="2000" dirty="0">
                <a:cs typeface="Arial" panose="020B0604020202020204" pitchFamily="34" charset="0"/>
              </a:rPr>
              <a:t>流水帳、分類帳</a:t>
            </a:r>
            <a:endParaRPr lang="en-US" altLang="zh-TW" sz="2000" dirty="0">
              <a:cs typeface="Arial" panose="020B0604020202020204" pitchFamily="34" charset="0"/>
            </a:endParaRPr>
          </a:p>
        </p:txBody>
      </p:sp>
      <p:sp>
        <p:nvSpPr>
          <p:cNvPr id="39943" name="AutoShape 9"/>
          <p:cNvSpPr>
            <a:spLocks noChangeArrowheads="1"/>
          </p:cNvSpPr>
          <p:nvPr/>
        </p:nvSpPr>
        <p:spPr bwMode="gray">
          <a:xfrm>
            <a:off x="4051300" y="2589213"/>
            <a:ext cx="368300" cy="273050"/>
          </a:xfrm>
          <a:prstGeom prst="rightArrow">
            <a:avLst>
              <a:gd name="adj1" fmla="val 50000"/>
              <a:gd name="adj2" fmla="val 60467"/>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39944" name="Text Box 10"/>
          <p:cNvSpPr txBox="1">
            <a:spLocks noChangeArrowheads="1"/>
          </p:cNvSpPr>
          <p:nvPr/>
        </p:nvSpPr>
        <p:spPr bwMode="invGray">
          <a:xfrm>
            <a:off x="4427538" y="2492375"/>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000" dirty="0">
                <a:cs typeface="Arial" panose="020B0604020202020204" pitchFamily="34" charset="0"/>
              </a:rPr>
              <a:t>入帳</a:t>
            </a:r>
          </a:p>
        </p:txBody>
      </p:sp>
      <p:sp>
        <p:nvSpPr>
          <p:cNvPr id="39945" name="AutoShape 11"/>
          <p:cNvSpPr>
            <a:spLocks noChangeArrowheads="1"/>
          </p:cNvSpPr>
          <p:nvPr/>
        </p:nvSpPr>
        <p:spPr bwMode="gray">
          <a:xfrm>
            <a:off x="6080125" y="2589213"/>
            <a:ext cx="368300" cy="273050"/>
          </a:xfrm>
          <a:prstGeom prst="rightArrow">
            <a:avLst>
              <a:gd name="adj1" fmla="val 50000"/>
              <a:gd name="adj2" fmla="val 60467"/>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39946" name="Text Box 12"/>
          <p:cNvSpPr txBox="1">
            <a:spLocks noChangeArrowheads="1"/>
          </p:cNvSpPr>
          <p:nvPr/>
        </p:nvSpPr>
        <p:spPr bwMode="invGray">
          <a:xfrm>
            <a:off x="6443663" y="2492375"/>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000" dirty="0">
                <a:cs typeface="Arial" panose="020B0604020202020204" pitchFamily="34" charset="0"/>
              </a:rPr>
              <a:t>報表製作</a:t>
            </a:r>
          </a:p>
        </p:txBody>
      </p:sp>
      <p:sp>
        <p:nvSpPr>
          <p:cNvPr id="39947" name="AutoShape 13"/>
          <p:cNvSpPr>
            <a:spLocks noChangeArrowheads="1"/>
          </p:cNvSpPr>
          <p:nvPr/>
        </p:nvSpPr>
        <p:spPr bwMode="gray">
          <a:xfrm>
            <a:off x="862013" y="3171825"/>
            <a:ext cx="1114425" cy="1114425"/>
          </a:xfrm>
          <a:prstGeom prst="diamond">
            <a:avLst/>
          </a:prstGeom>
          <a:solidFill>
            <a:srgbClr val="00FF00"/>
          </a:solidFill>
          <a:ln w="9525">
            <a:miter lim="800000"/>
            <a:headEnd/>
            <a:tailEnd/>
          </a:ln>
          <a:scene3d>
            <a:camera prst="legacyPerspectiveBottom">
              <a:rot lat="20999988" lon="0" rev="0"/>
            </a:camera>
            <a:lightRig rig="legacyFlat4" dir="b"/>
          </a:scene3d>
          <a:sp3d extrusionH="163500" prstMaterial="legacyMatte">
            <a:bevelT w="13500" h="13500" prst="angle"/>
            <a:bevelB w="13500" h="13500" prst="angle"/>
            <a:extrusionClr>
              <a:schemeClr val="hlink"/>
            </a:extrusionClr>
            <a:contourClr>
              <a:srgbClr val="00FF00"/>
            </a:contourClr>
          </a:sp3d>
        </p:spPr>
        <p:txBody>
          <a:bodyPr wrap="none" anchor="ctr">
            <a:flatTx/>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39948" name="AutoShape 14"/>
          <p:cNvSpPr>
            <a:spLocks noChangeArrowheads="1"/>
          </p:cNvSpPr>
          <p:nvPr/>
        </p:nvSpPr>
        <p:spPr bwMode="gray">
          <a:xfrm>
            <a:off x="2843213" y="3171825"/>
            <a:ext cx="1114425" cy="1114425"/>
          </a:xfrm>
          <a:prstGeom prst="diamond">
            <a:avLst/>
          </a:prstGeom>
          <a:solidFill>
            <a:srgbClr val="9933FF"/>
          </a:solidFill>
          <a:ln w="9525">
            <a:miter lim="800000"/>
            <a:headEnd/>
            <a:tailEnd/>
          </a:ln>
          <a:scene3d>
            <a:camera prst="legacyPerspectiveBottom">
              <a:rot lat="20999988" lon="0" rev="0"/>
            </a:camera>
            <a:lightRig rig="legacyFlat4" dir="b"/>
          </a:scene3d>
          <a:sp3d extrusionH="163500" prstMaterial="legacyMatte">
            <a:bevelT w="13500" h="13500" prst="angle"/>
            <a:bevelB w="13500" h="13500" prst="angle"/>
            <a:extrusionClr>
              <a:schemeClr val="accent1"/>
            </a:extrusionClr>
            <a:contourClr>
              <a:srgbClr val="9933FF"/>
            </a:contourClr>
          </a:sp3d>
        </p:spPr>
        <p:txBody>
          <a:bodyPr wrap="none" anchor="ctr">
            <a:flatTx/>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39949" name="AutoShape 15"/>
          <p:cNvSpPr>
            <a:spLocks noChangeArrowheads="1"/>
          </p:cNvSpPr>
          <p:nvPr/>
        </p:nvSpPr>
        <p:spPr bwMode="gray">
          <a:xfrm>
            <a:off x="4833938" y="3171825"/>
            <a:ext cx="1114425" cy="1114425"/>
          </a:xfrm>
          <a:prstGeom prst="diamond">
            <a:avLst/>
          </a:prstGeom>
          <a:solidFill>
            <a:srgbClr val="CC3300"/>
          </a:solidFill>
          <a:ln w="9525">
            <a:miter lim="800000"/>
            <a:headEnd/>
            <a:tailEnd/>
          </a:ln>
          <a:scene3d>
            <a:camera prst="legacyPerspectiveBottom">
              <a:rot lat="20999988" lon="0" rev="0"/>
            </a:camera>
            <a:lightRig rig="legacyFlat4" dir="b"/>
          </a:scene3d>
          <a:sp3d extrusionH="163500" prstMaterial="legacyMatte">
            <a:bevelT w="13500" h="13500" prst="angle"/>
            <a:bevelB w="13500" h="13500" prst="angle"/>
            <a:extrusionClr>
              <a:schemeClr val="accent1"/>
            </a:extrusionClr>
            <a:contourClr>
              <a:srgbClr val="CC3300"/>
            </a:contourClr>
          </a:sp3d>
        </p:spPr>
        <p:txBody>
          <a:bodyPr wrap="none" anchor="ctr">
            <a:flatTx/>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39950" name="AutoShape 16"/>
          <p:cNvSpPr>
            <a:spLocks noChangeArrowheads="1"/>
          </p:cNvSpPr>
          <p:nvPr/>
        </p:nvSpPr>
        <p:spPr bwMode="gray">
          <a:xfrm>
            <a:off x="6777038" y="3171825"/>
            <a:ext cx="1114425" cy="1114425"/>
          </a:xfrm>
          <a:prstGeom prst="diamond">
            <a:avLst/>
          </a:prstGeom>
          <a:solidFill>
            <a:srgbClr val="D3075E"/>
          </a:solidFill>
          <a:ln w="9525">
            <a:miter lim="800000"/>
            <a:headEnd/>
            <a:tailEnd/>
          </a:ln>
          <a:scene3d>
            <a:camera prst="legacyPerspectiveBottom">
              <a:rot lat="20999988" lon="0" rev="0"/>
            </a:camera>
            <a:lightRig rig="legacyFlat4" dir="b"/>
          </a:scene3d>
          <a:sp3d extrusionH="163500" prstMaterial="legacyMatte">
            <a:bevelT w="13500" h="13500" prst="angle"/>
            <a:bevelB w="13500" h="13500" prst="angle"/>
            <a:extrusionClr>
              <a:schemeClr val="accent1"/>
            </a:extrusionClr>
            <a:contourClr>
              <a:srgbClr val="D3075E"/>
            </a:contourClr>
          </a:sp3d>
        </p:spPr>
        <p:txBody>
          <a:bodyPr wrap="none" anchor="ctr">
            <a:flatTx/>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cxnSp>
        <p:nvCxnSpPr>
          <p:cNvPr id="39951" name="AutoShape 17"/>
          <p:cNvCxnSpPr>
            <a:cxnSpLocks noChangeShapeType="1"/>
            <a:stCxn id="39947" idx="3"/>
            <a:endCxn id="39948" idx="1"/>
          </p:cNvCxnSpPr>
          <p:nvPr/>
        </p:nvCxnSpPr>
        <p:spPr bwMode="gray">
          <a:xfrm>
            <a:off x="1976438" y="3729038"/>
            <a:ext cx="866775" cy="0"/>
          </a:xfrm>
          <a:prstGeom prst="straightConnector1">
            <a:avLst/>
          </a:prstGeom>
          <a:noFill/>
          <a:ln w="12700">
            <a:solidFill>
              <a:srgbClr val="333333"/>
            </a:solidFill>
            <a:round/>
            <a:headEnd type="oval" w="sm" len="sm"/>
            <a:tailEnd type="oval" w="sm" len="sm"/>
          </a:ln>
          <a:extLst>
            <a:ext uri="{909E8E84-426E-40DD-AFC4-6F175D3DCCD1}">
              <a14:hiddenFill xmlns:a14="http://schemas.microsoft.com/office/drawing/2010/main">
                <a:noFill/>
              </a14:hiddenFill>
            </a:ext>
          </a:extLst>
        </p:spPr>
      </p:cxnSp>
      <p:cxnSp>
        <p:nvCxnSpPr>
          <p:cNvPr id="39952" name="AutoShape 18"/>
          <p:cNvCxnSpPr>
            <a:cxnSpLocks noChangeShapeType="1"/>
            <a:stCxn id="39948" idx="3"/>
            <a:endCxn id="39949" idx="1"/>
          </p:cNvCxnSpPr>
          <p:nvPr/>
        </p:nvCxnSpPr>
        <p:spPr bwMode="gray">
          <a:xfrm>
            <a:off x="3957638" y="3729038"/>
            <a:ext cx="876300" cy="0"/>
          </a:xfrm>
          <a:prstGeom prst="straightConnector1">
            <a:avLst/>
          </a:prstGeom>
          <a:noFill/>
          <a:ln w="12700">
            <a:solidFill>
              <a:srgbClr val="333333"/>
            </a:solidFill>
            <a:round/>
            <a:headEnd type="oval" w="sm" len="sm"/>
            <a:tailEnd type="oval" w="sm" len="sm"/>
          </a:ln>
          <a:extLst>
            <a:ext uri="{909E8E84-426E-40DD-AFC4-6F175D3DCCD1}">
              <a14:hiddenFill xmlns:a14="http://schemas.microsoft.com/office/drawing/2010/main">
                <a:noFill/>
              </a14:hiddenFill>
            </a:ext>
          </a:extLst>
        </p:spPr>
      </p:cxnSp>
      <p:cxnSp>
        <p:nvCxnSpPr>
          <p:cNvPr id="39953" name="AutoShape 19"/>
          <p:cNvCxnSpPr>
            <a:cxnSpLocks noChangeShapeType="1"/>
            <a:stCxn id="39949" idx="3"/>
            <a:endCxn id="39950" idx="1"/>
          </p:cNvCxnSpPr>
          <p:nvPr/>
        </p:nvCxnSpPr>
        <p:spPr bwMode="gray">
          <a:xfrm>
            <a:off x="5948363" y="3729038"/>
            <a:ext cx="828675" cy="0"/>
          </a:xfrm>
          <a:prstGeom prst="straightConnector1">
            <a:avLst/>
          </a:prstGeom>
          <a:noFill/>
          <a:ln w="12700">
            <a:solidFill>
              <a:srgbClr val="333333"/>
            </a:solidFill>
            <a:round/>
            <a:headEnd type="oval" w="sm" len="sm"/>
            <a:tailEnd type="oval" w="sm" len="sm"/>
          </a:ln>
          <a:extLst>
            <a:ext uri="{909E8E84-426E-40DD-AFC4-6F175D3DCCD1}">
              <a14:hiddenFill xmlns:a14="http://schemas.microsoft.com/office/drawing/2010/main">
                <a:noFill/>
              </a14:hiddenFill>
            </a:ext>
          </a:extLst>
        </p:spPr>
      </p:cxnSp>
      <p:sp>
        <p:nvSpPr>
          <p:cNvPr id="39954" name="Text Box 20"/>
          <p:cNvSpPr txBox="1">
            <a:spLocks noChangeArrowheads="1"/>
          </p:cNvSpPr>
          <p:nvPr/>
        </p:nvSpPr>
        <p:spPr bwMode="gray">
          <a:xfrm>
            <a:off x="965200" y="34972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400" dirty="0">
                <a:cs typeface="Arial" panose="020B0604020202020204" pitchFamily="34" charset="0"/>
              </a:rPr>
              <a:t>作帳</a:t>
            </a:r>
            <a:endParaRPr lang="en-US" altLang="zh-TW" sz="2400" dirty="0">
              <a:cs typeface="Arial" panose="020B0604020202020204" pitchFamily="34" charset="0"/>
            </a:endParaRPr>
          </a:p>
        </p:txBody>
      </p:sp>
      <p:sp>
        <p:nvSpPr>
          <p:cNvPr id="39955" name="Text Box 21"/>
          <p:cNvSpPr txBox="1">
            <a:spLocks noChangeArrowheads="1"/>
          </p:cNvSpPr>
          <p:nvPr/>
        </p:nvSpPr>
        <p:spPr bwMode="gray">
          <a:xfrm>
            <a:off x="2954338" y="34972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400" dirty="0">
                <a:solidFill>
                  <a:srgbClr val="FFFFFF"/>
                </a:solidFill>
                <a:cs typeface="Arial" panose="020B0604020202020204" pitchFamily="34" charset="0"/>
              </a:rPr>
              <a:t>科目</a:t>
            </a:r>
          </a:p>
        </p:txBody>
      </p:sp>
      <p:sp>
        <p:nvSpPr>
          <p:cNvPr id="39956" name="Text Box 22"/>
          <p:cNvSpPr txBox="1">
            <a:spLocks noChangeArrowheads="1"/>
          </p:cNvSpPr>
          <p:nvPr/>
        </p:nvSpPr>
        <p:spPr bwMode="gray">
          <a:xfrm>
            <a:off x="4964113" y="34972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400" dirty="0">
                <a:solidFill>
                  <a:srgbClr val="FFFFFF"/>
                </a:solidFill>
                <a:cs typeface="Arial" panose="020B0604020202020204" pitchFamily="34" charset="0"/>
              </a:rPr>
              <a:t>建檔</a:t>
            </a:r>
          </a:p>
        </p:txBody>
      </p:sp>
      <p:sp>
        <p:nvSpPr>
          <p:cNvPr id="39957" name="Text Box 23"/>
          <p:cNvSpPr txBox="1">
            <a:spLocks noChangeArrowheads="1"/>
          </p:cNvSpPr>
          <p:nvPr/>
        </p:nvSpPr>
        <p:spPr bwMode="gray">
          <a:xfrm>
            <a:off x="6916738" y="34972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zh-TW" altLang="en-US" sz="2400" dirty="0">
                <a:solidFill>
                  <a:srgbClr val="FFFFFF"/>
                </a:solidFill>
                <a:cs typeface="Arial" panose="020B0604020202020204" pitchFamily="34" charset="0"/>
              </a:rPr>
              <a:t>輸出</a:t>
            </a:r>
          </a:p>
        </p:txBody>
      </p:sp>
      <p:sp>
        <p:nvSpPr>
          <p:cNvPr id="39958" name="Text Box 24"/>
          <p:cNvSpPr txBox="1">
            <a:spLocks noChangeArrowheads="1"/>
          </p:cNvSpPr>
          <p:nvPr/>
        </p:nvSpPr>
        <p:spPr bwMode="gray">
          <a:xfrm>
            <a:off x="395288" y="4437063"/>
            <a:ext cx="2184400"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50000"/>
              </a:spcBef>
              <a:buClrTx/>
              <a:buFontTx/>
              <a:buChar char="•"/>
            </a:pPr>
            <a:r>
              <a:rPr lang="zh-TW" altLang="en-US" sz="1600" b="0">
                <a:cs typeface="Arial" panose="020B0604020202020204" pitchFamily="34" charset="0"/>
              </a:rPr>
              <a:t> 流水帳</a:t>
            </a:r>
            <a:r>
              <a:rPr lang="en-US" altLang="zh-TW" sz="1600" b="0">
                <a:cs typeface="Arial" panose="020B0604020202020204" pitchFamily="34" charset="0"/>
              </a:rPr>
              <a:t>-</a:t>
            </a:r>
            <a:r>
              <a:rPr lang="zh-TW" altLang="en-US" sz="1600" b="0">
                <a:cs typeface="Arial" panose="020B0604020202020204" pitchFamily="34" charset="0"/>
              </a:rPr>
              <a:t>依時間</a:t>
            </a:r>
            <a:r>
              <a:rPr lang="zh-TW" altLang="zh-TW" sz="1600" b="0">
                <a:cs typeface="Arial" panose="020B0604020202020204" pitchFamily="34" charset="0"/>
              </a:rPr>
              <a:t>；</a:t>
            </a:r>
            <a:r>
              <a:rPr lang="zh-TW" altLang="en-US" sz="1600" b="0">
                <a:cs typeface="Arial" panose="020B0604020202020204" pitchFamily="34" charset="0"/>
              </a:rPr>
              <a:t>分類帳</a:t>
            </a:r>
            <a:r>
              <a:rPr lang="en-US" altLang="zh-TW" sz="1600" b="0">
                <a:cs typeface="Arial" panose="020B0604020202020204" pitchFamily="34" charset="0"/>
              </a:rPr>
              <a:t>-</a:t>
            </a:r>
            <a:r>
              <a:rPr lang="zh-TW" altLang="en-US" sz="1600" b="0">
                <a:cs typeface="Arial" panose="020B0604020202020204" pitchFamily="34" charset="0"/>
              </a:rPr>
              <a:t>依科目</a:t>
            </a:r>
            <a:r>
              <a:rPr lang="zh-TW" altLang="zh-TW" sz="1600" b="0">
                <a:cs typeface="Arial" panose="020B0604020202020204" pitchFamily="34" charset="0"/>
              </a:rPr>
              <a:t>、</a:t>
            </a:r>
            <a:r>
              <a:rPr lang="zh-TW" altLang="en-US" sz="1600" b="0">
                <a:cs typeface="Arial" panose="020B0604020202020204" pitchFamily="34" charset="0"/>
              </a:rPr>
              <a:t>收支</a:t>
            </a:r>
            <a:r>
              <a:rPr lang="zh-TW" altLang="zh-TW" sz="1600" b="0">
                <a:cs typeface="Arial" panose="020B0604020202020204" pitchFamily="34" charset="0"/>
              </a:rPr>
              <a:t>、</a:t>
            </a:r>
            <a:r>
              <a:rPr lang="zh-TW" altLang="en-US" sz="1600" b="0">
                <a:cs typeface="Arial" panose="020B0604020202020204" pitchFamily="34" charset="0"/>
              </a:rPr>
              <a:t>時間。</a:t>
            </a:r>
            <a:endParaRPr lang="en-US" altLang="zh-TW" sz="1600" b="0">
              <a:cs typeface="Arial" panose="020B0604020202020204" pitchFamily="34" charset="0"/>
            </a:endParaRPr>
          </a:p>
          <a:p>
            <a:pPr eaLnBrk="1" hangingPunct="1">
              <a:spcBef>
                <a:spcPct val="50000"/>
              </a:spcBef>
              <a:buClrTx/>
              <a:buFontTx/>
              <a:buChar char="•"/>
            </a:pPr>
            <a:r>
              <a:rPr lang="en-US" altLang="zh-TW" sz="1600" b="0">
                <a:cs typeface="Arial" panose="020B0604020202020204" pitchFamily="34" charset="0"/>
              </a:rPr>
              <a:t> </a:t>
            </a:r>
            <a:r>
              <a:rPr lang="zh-TW" altLang="en-US" sz="1600" b="0">
                <a:cs typeface="Arial" panose="020B0604020202020204" pitchFamily="34" charset="0"/>
              </a:rPr>
              <a:t>月報表、季報表、年度報表</a:t>
            </a:r>
            <a:r>
              <a:rPr lang="zh-TW" altLang="zh-TW" sz="1600" b="0">
                <a:cs typeface="Arial" panose="020B0604020202020204" pitchFamily="34" charset="0"/>
              </a:rPr>
              <a:t>、累計表</a:t>
            </a:r>
            <a:r>
              <a:rPr lang="zh-TW" altLang="en-US" sz="1600" b="0">
                <a:cs typeface="Arial" panose="020B0604020202020204" pitchFamily="34" charset="0"/>
              </a:rPr>
              <a:t>。</a:t>
            </a:r>
            <a:endParaRPr lang="en-US" altLang="zh-TW" sz="1600" b="0">
              <a:cs typeface="Arial" panose="020B0604020202020204" pitchFamily="34" charset="0"/>
            </a:endParaRPr>
          </a:p>
        </p:txBody>
      </p:sp>
      <p:sp>
        <p:nvSpPr>
          <p:cNvPr id="39959" name="Text Box 25"/>
          <p:cNvSpPr txBox="1">
            <a:spLocks noChangeArrowheads="1"/>
          </p:cNvSpPr>
          <p:nvPr/>
        </p:nvSpPr>
        <p:spPr bwMode="gray">
          <a:xfrm>
            <a:off x="2551113" y="4443413"/>
            <a:ext cx="2184400"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50000"/>
              </a:spcBef>
              <a:buClrTx/>
              <a:buFontTx/>
              <a:buChar char="•"/>
            </a:pPr>
            <a:r>
              <a:rPr lang="zh-TW" altLang="en-US" sz="1600" b="0">
                <a:cs typeface="Arial" panose="020B0604020202020204" pitchFamily="34" charset="0"/>
              </a:rPr>
              <a:t>確認憑證內容完整</a:t>
            </a:r>
          </a:p>
          <a:p>
            <a:pPr eaLnBrk="1" hangingPunct="1">
              <a:spcBef>
                <a:spcPct val="50000"/>
              </a:spcBef>
              <a:buClrTx/>
              <a:buFontTx/>
              <a:buChar char="•"/>
            </a:pPr>
            <a:r>
              <a:rPr lang="zh-TW" altLang="en-US" sz="1600" b="0">
                <a:cs typeface="Arial" panose="020B0604020202020204" pitchFamily="34" charset="0"/>
              </a:rPr>
              <a:t>確認憑證之經手人</a:t>
            </a:r>
          </a:p>
          <a:p>
            <a:pPr eaLnBrk="1" hangingPunct="1">
              <a:spcBef>
                <a:spcPct val="50000"/>
              </a:spcBef>
              <a:buClrTx/>
              <a:buFontTx/>
              <a:buChar char="•"/>
            </a:pPr>
            <a:r>
              <a:rPr lang="zh-TW" altLang="en-US" sz="1600" b="0">
                <a:cs typeface="Arial" panose="020B0604020202020204" pitchFamily="34" charset="0"/>
              </a:rPr>
              <a:t>確認憑證之科目</a:t>
            </a:r>
          </a:p>
          <a:p>
            <a:pPr eaLnBrk="1" hangingPunct="1">
              <a:spcBef>
                <a:spcPct val="50000"/>
              </a:spcBef>
              <a:buClrTx/>
              <a:buFontTx/>
              <a:buChar char="•"/>
            </a:pPr>
            <a:r>
              <a:rPr lang="zh-TW" altLang="en-US" sz="1600" b="0">
                <a:cs typeface="Arial" panose="020B0604020202020204" pitchFamily="34" charset="0"/>
              </a:rPr>
              <a:t>掃瞄建檔貼標籤</a:t>
            </a:r>
          </a:p>
        </p:txBody>
      </p:sp>
      <p:sp>
        <p:nvSpPr>
          <p:cNvPr id="39960" name="Text Box 26"/>
          <p:cNvSpPr txBox="1">
            <a:spLocks noChangeArrowheads="1"/>
          </p:cNvSpPr>
          <p:nvPr/>
        </p:nvSpPr>
        <p:spPr bwMode="gray">
          <a:xfrm>
            <a:off x="4356100" y="4437063"/>
            <a:ext cx="2184400"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50000"/>
              </a:spcBef>
              <a:buClrTx/>
              <a:buFontTx/>
              <a:buChar char="•"/>
            </a:pPr>
            <a:r>
              <a:rPr lang="zh-TW" altLang="en-US" sz="1600" b="0">
                <a:cs typeface="Arial" panose="020B0604020202020204" pitchFamily="34" charset="0"/>
              </a:rPr>
              <a:t> 登打憑證各項欄位</a:t>
            </a:r>
          </a:p>
          <a:p>
            <a:pPr eaLnBrk="1" hangingPunct="1">
              <a:spcBef>
                <a:spcPct val="50000"/>
              </a:spcBef>
              <a:buClrTx/>
              <a:buFontTx/>
              <a:buChar char="•"/>
            </a:pPr>
            <a:r>
              <a:rPr lang="en-US" altLang="zh-TW" sz="1600" b="0">
                <a:cs typeface="Arial" panose="020B0604020202020204" pitchFamily="34" charset="0"/>
              </a:rPr>
              <a:t> </a:t>
            </a:r>
            <a:r>
              <a:rPr lang="zh-TW" altLang="en-US" sz="1600" b="0">
                <a:cs typeface="Arial" panose="020B0604020202020204" pitchFamily="34" charset="0"/>
              </a:rPr>
              <a:t>正本核銷影本註記</a:t>
            </a:r>
          </a:p>
          <a:p>
            <a:pPr eaLnBrk="1" hangingPunct="1">
              <a:spcBef>
                <a:spcPct val="50000"/>
              </a:spcBef>
              <a:buClrTx/>
              <a:buFontTx/>
              <a:buChar char="•"/>
            </a:pPr>
            <a:r>
              <a:rPr lang="zh-TW" altLang="en-US" sz="1600" b="0">
                <a:cs typeface="Arial" panose="020B0604020202020204" pitchFamily="34" charset="0"/>
              </a:rPr>
              <a:t> 憑證定期簽核保存</a:t>
            </a:r>
          </a:p>
          <a:p>
            <a:pPr eaLnBrk="1" hangingPunct="1">
              <a:spcBef>
                <a:spcPct val="50000"/>
              </a:spcBef>
              <a:buClrTx/>
              <a:buFontTx/>
              <a:buChar char="•"/>
            </a:pPr>
            <a:r>
              <a:rPr lang="zh-TW" altLang="en-US" sz="1600" b="0">
                <a:cs typeface="Arial" panose="020B0604020202020204" pitchFamily="34" charset="0"/>
              </a:rPr>
              <a:t> 專案與非專案區分</a:t>
            </a:r>
          </a:p>
        </p:txBody>
      </p:sp>
      <p:sp>
        <p:nvSpPr>
          <p:cNvPr id="39961" name="Text Box 27"/>
          <p:cNvSpPr txBox="1">
            <a:spLocks noChangeArrowheads="1"/>
          </p:cNvSpPr>
          <p:nvPr/>
        </p:nvSpPr>
        <p:spPr bwMode="gray">
          <a:xfrm>
            <a:off x="6372225" y="4443413"/>
            <a:ext cx="2609850"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50000"/>
              </a:spcBef>
              <a:buClrTx/>
              <a:buFontTx/>
              <a:buChar char="•"/>
            </a:pPr>
            <a:r>
              <a:rPr lang="zh-TW" altLang="en-US" sz="1600" b="0">
                <a:cs typeface="Arial" panose="020B0604020202020204" pitchFamily="34" charset="0"/>
              </a:rPr>
              <a:t> 理監事會收支報表</a:t>
            </a:r>
          </a:p>
          <a:p>
            <a:pPr eaLnBrk="1" hangingPunct="1">
              <a:spcBef>
                <a:spcPct val="50000"/>
              </a:spcBef>
              <a:buClrTx/>
              <a:buFontTx/>
              <a:buChar char="•"/>
            </a:pPr>
            <a:r>
              <a:rPr lang="en-US" altLang="zh-TW" sz="1600" b="0">
                <a:cs typeface="Arial" panose="020B0604020202020204" pitchFamily="34" charset="0"/>
              </a:rPr>
              <a:t> </a:t>
            </a:r>
            <a:r>
              <a:rPr lang="zh-TW" altLang="en-US" sz="1600" b="0">
                <a:cs typeface="Arial" panose="020B0604020202020204" pitchFamily="34" charset="0"/>
              </a:rPr>
              <a:t>會員大會決算資產負債</a:t>
            </a:r>
          </a:p>
          <a:p>
            <a:pPr eaLnBrk="1" hangingPunct="1">
              <a:spcBef>
                <a:spcPct val="50000"/>
              </a:spcBef>
              <a:buClrTx/>
              <a:buFontTx/>
              <a:buChar char="•"/>
            </a:pPr>
            <a:r>
              <a:rPr lang="zh-TW" altLang="en-US" sz="1600" b="0">
                <a:cs typeface="Arial" panose="020B0604020202020204" pitchFamily="34" charset="0"/>
              </a:rPr>
              <a:t> </a:t>
            </a:r>
            <a:r>
              <a:rPr lang="en-US" altLang="zh-TW" sz="1600" b="0">
                <a:cs typeface="Arial" panose="020B0604020202020204" pitchFamily="34" charset="0"/>
              </a:rPr>
              <a:t>11</a:t>
            </a:r>
            <a:r>
              <a:rPr lang="zh-TW" altLang="en-US" sz="1600" b="0">
                <a:cs typeface="Arial" panose="020B0604020202020204" pitchFamily="34" charset="0"/>
              </a:rPr>
              <a:t>、</a:t>
            </a:r>
            <a:r>
              <a:rPr lang="en-US" altLang="zh-TW" sz="1600" b="0">
                <a:cs typeface="Arial" panose="020B0604020202020204" pitchFamily="34" charset="0"/>
              </a:rPr>
              <a:t>12</a:t>
            </a:r>
            <a:r>
              <a:rPr lang="zh-TW" altLang="en-US" sz="1600" b="0">
                <a:cs typeface="Arial" panose="020B0604020202020204" pitchFamily="34" charset="0"/>
              </a:rPr>
              <a:t>月工作計畫及預算</a:t>
            </a:r>
          </a:p>
          <a:p>
            <a:pPr eaLnBrk="1" hangingPunct="1">
              <a:spcBef>
                <a:spcPct val="50000"/>
              </a:spcBef>
              <a:buClrTx/>
              <a:buFontTx/>
              <a:buChar char="•"/>
            </a:pPr>
            <a:r>
              <a:rPr lang="zh-TW" altLang="en-US" sz="1600" b="0">
                <a:cs typeface="Arial" panose="020B0604020202020204" pitchFamily="34" charset="0"/>
              </a:rPr>
              <a:t> </a:t>
            </a:r>
            <a:r>
              <a:rPr lang="en-US" altLang="zh-TW" sz="1600" b="0">
                <a:cs typeface="Arial" panose="020B0604020202020204" pitchFamily="34" charset="0"/>
              </a:rPr>
              <a:t>1</a:t>
            </a:r>
            <a:r>
              <a:rPr lang="zh-TW" altLang="en-US" sz="1600" b="0">
                <a:cs typeface="Arial" panose="020B0604020202020204" pitchFamily="34" charset="0"/>
              </a:rPr>
              <a:t>、</a:t>
            </a:r>
            <a:r>
              <a:rPr lang="en-US" altLang="zh-TW" sz="1600" b="0">
                <a:cs typeface="Arial" panose="020B0604020202020204" pitchFamily="34" charset="0"/>
              </a:rPr>
              <a:t>2</a:t>
            </a:r>
            <a:r>
              <a:rPr lang="zh-TW" altLang="en-US" sz="1600" b="0">
                <a:cs typeface="Arial" panose="020B0604020202020204" pitchFamily="34" charset="0"/>
              </a:rPr>
              <a:t>月決算</a:t>
            </a:r>
          </a:p>
        </p:txBody>
      </p:sp>
      <p:sp>
        <p:nvSpPr>
          <p:cNvPr id="39962" name="Rectangle 28"/>
          <p:cNvSpPr>
            <a:spLocks noChangeArrowheads="1"/>
          </p:cNvSpPr>
          <p:nvPr/>
        </p:nvSpPr>
        <p:spPr bwMode="gray">
          <a:xfrm>
            <a:off x="611188" y="1125538"/>
            <a:ext cx="8208962"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nSpc>
                <a:spcPct val="110000"/>
              </a:lnSpc>
              <a:spcBef>
                <a:spcPct val="0"/>
              </a:spcBef>
              <a:buClrTx/>
              <a:buFontTx/>
              <a:buNone/>
            </a:pPr>
            <a:r>
              <a:rPr lang="zh-TW" altLang="en-US" sz="1800" b="0" dirty="0"/>
              <a:t>作帳的人：</a:t>
            </a:r>
            <a:r>
              <a:rPr lang="en-US" altLang="zh-TW" sz="1800" b="0" dirty="0"/>
              <a:t>1.</a:t>
            </a:r>
            <a:r>
              <a:rPr lang="zh-TW" altLang="en-US" sz="1800" b="0" dirty="0"/>
              <a:t>帳務處理與稅務處理。</a:t>
            </a:r>
          </a:p>
          <a:p>
            <a:pPr lvl="2">
              <a:lnSpc>
                <a:spcPct val="110000"/>
              </a:lnSpc>
              <a:spcBef>
                <a:spcPct val="0"/>
              </a:spcBef>
              <a:buClrTx/>
              <a:buFontTx/>
              <a:buNone/>
            </a:pPr>
            <a:r>
              <a:rPr lang="en-US" altLang="zh-TW" sz="1800" b="0" dirty="0"/>
              <a:t>    2.</a:t>
            </a:r>
            <a:r>
              <a:rPr lang="zh-TW" altLang="en-US" sz="1800" b="0" dirty="0"/>
              <a:t>必備技能就是「</a:t>
            </a:r>
            <a:r>
              <a:rPr lang="en-US" altLang="zh-TW" sz="1800" b="0" dirty="0"/>
              <a:t>Excel</a:t>
            </a:r>
            <a:r>
              <a:rPr lang="zh-TW" altLang="en-US" sz="1800" b="0" dirty="0"/>
              <a:t>」，愈熟悉，工作就會愈順手。</a:t>
            </a:r>
          </a:p>
          <a:p>
            <a:pPr lvl="2">
              <a:lnSpc>
                <a:spcPct val="110000"/>
              </a:lnSpc>
              <a:spcBef>
                <a:spcPct val="0"/>
              </a:spcBef>
              <a:buClrTx/>
              <a:buFontTx/>
              <a:buNone/>
            </a:pPr>
            <a:r>
              <a:rPr lang="en-US" altLang="zh-TW" sz="1800" b="0" dirty="0"/>
              <a:t>    3.</a:t>
            </a:r>
            <a:r>
              <a:rPr lang="zh-TW" altLang="en-US" sz="1800" b="0" dirty="0"/>
              <a:t>會計重邏輯觀念，沒有太複雜的數學運算，數學不好影響不大。</a:t>
            </a:r>
          </a:p>
        </p:txBody>
      </p:sp>
      <p:sp>
        <p:nvSpPr>
          <p:cNvPr id="39963" name="Rectangle 30"/>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FEF926"/>
                </a:solidFill>
              </a:rPr>
              <a:t>☆</a:t>
            </a:r>
            <a:endParaRPr lang="zh-TW" altLang="en-US" sz="1800">
              <a:solidFill>
                <a:srgbClr val="FEF926"/>
              </a:solidFill>
            </a:endParaRPr>
          </a:p>
        </p:txBody>
      </p:sp>
      <p:sp>
        <p:nvSpPr>
          <p:cNvPr id="30" name="文字方塊 29"/>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3579762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AutoShape 5"/>
          <p:cNvSpPr>
            <a:spLocks noChangeArrowheads="1"/>
          </p:cNvSpPr>
          <p:nvPr/>
        </p:nvSpPr>
        <p:spPr bwMode="gray">
          <a:xfrm>
            <a:off x="4270375" y="1458913"/>
            <a:ext cx="3341688" cy="427037"/>
          </a:xfrm>
          <a:prstGeom prst="bevel">
            <a:avLst>
              <a:gd name="adj" fmla="val 12639"/>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solidFill>
                <a:srgbClr val="FF0000"/>
              </a:solidFill>
            </a:endParaRPr>
          </a:p>
        </p:txBody>
      </p:sp>
      <p:sp>
        <p:nvSpPr>
          <p:cNvPr id="40963" name="AutoShape 6"/>
          <p:cNvSpPr>
            <a:spLocks noChangeArrowheads="1"/>
          </p:cNvSpPr>
          <p:nvPr/>
        </p:nvSpPr>
        <p:spPr bwMode="gray">
          <a:xfrm>
            <a:off x="3270250" y="2636838"/>
            <a:ext cx="3341688" cy="427037"/>
          </a:xfrm>
          <a:prstGeom prst="bevel">
            <a:avLst>
              <a:gd name="adj" fmla="val 12639"/>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40964" name="AutoShape 7"/>
          <p:cNvSpPr>
            <a:spLocks noChangeArrowheads="1"/>
          </p:cNvSpPr>
          <p:nvPr/>
        </p:nvSpPr>
        <p:spPr bwMode="ltGray">
          <a:xfrm>
            <a:off x="2233613" y="3806825"/>
            <a:ext cx="3341687" cy="427038"/>
          </a:xfrm>
          <a:prstGeom prst="bevel">
            <a:avLst>
              <a:gd name="adj" fmla="val 10407"/>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40965" name="AutoShape 8"/>
          <p:cNvSpPr>
            <a:spLocks noChangeArrowheads="1"/>
          </p:cNvSpPr>
          <p:nvPr/>
        </p:nvSpPr>
        <p:spPr bwMode="gray">
          <a:xfrm>
            <a:off x="1311275" y="4997450"/>
            <a:ext cx="3341688" cy="427038"/>
          </a:xfrm>
          <a:prstGeom prst="bevel">
            <a:avLst>
              <a:gd name="adj" fmla="val 12639"/>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kumimoji="1" lang="zh-TW" altLang="en-US" sz="1800" b="0"/>
          </a:p>
        </p:txBody>
      </p:sp>
      <p:sp>
        <p:nvSpPr>
          <p:cNvPr id="40966" name="Freeform 9"/>
          <p:cNvSpPr>
            <a:spLocks/>
          </p:cNvSpPr>
          <p:nvPr/>
        </p:nvSpPr>
        <p:spPr bwMode="gray">
          <a:xfrm rot="18320416" flipH="1">
            <a:off x="3162300" y="1858963"/>
            <a:ext cx="1074738" cy="601662"/>
          </a:xfrm>
          <a:custGeom>
            <a:avLst/>
            <a:gdLst>
              <a:gd name="T0" fmla="*/ 0 w 982"/>
              <a:gd name="T1" fmla="*/ 2147483647 h 774"/>
              <a:gd name="T2" fmla="*/ 2147483647 w 982"/>
              <a:gd name="T3" fmla="*/ 2147483647 h 774"/>
              <a:gd name="T4" fmla="*/ 2147483647 w 982"/>
              <a:gd name="T5" fmla="*/ 2147483647 h 774"/>
              <a:gd name="T6" fmla="*/ 2147483647 w 982"/>
              <a:gd name="T7" fmla="*/ 2147483647 h 774"/>
              <a:gd name="T8" fmla="*/ 2147483647 w 982"/>
              <a:gd name="T9" fmla="*/ 2147483647 h 774"/>
              <a:gd name="T10" fmla="*/ 2147483647 w 982"/>
              <a:gd name="T11" fmla="*/ 2147483647 h 774"/>
              <a:gd name="T12" fmla="*/ 2147483647 w 982"/>
              <a:gd name="T13" fmla="*/ 2147483647 h 774"/>
              <a:gd name="T14" fmla="*/ 2147483647 w 982"/>
              <a:gd name="T15" fmla="*/ 2147483647 h 774"/>
              <a:gd name="T16" fmla="*/ 2147483647 w 982"/>
              <a:gd name="T17" fmla="*/ 2147483647 h 774"/>
              <a:gd name="T18" fmla="*/ 2147483647 w 982"/>
              <a:gd name="T19" fmla="*/ 2147483647 h 774"/>
              <a:gd name="T20" fmla="*/ 2147483647 w 982"/>
              <a:gd name="T21" fmla="*/ 2147483647 h 774"/>
              <a:gd name="T22" fmla="*/ 2147483647 w 982"/>
              <a:gd name="T23" fmla="*/ 2147483647 h 774"/>
              <a:gd name="T24" fmla="*/ 2147483647 w 982"/>
              <a:gd name="T25" fmla="*/ 2147483647 h 774"/>
              <a:gd name="T26" fmla="*/ 2147483647 w 982"/>
              <a:gd name="T27" fmla="*/ 2147483647 h 774"/>
              <a:gd name="T28" fmla="*/ 2147483647 w 982"/>
              <a:gd name="T29" fmla="*/ 2147483647 h 774"/>
              <a:gd name="T30" fmla="*/ 2147483647 w 982"/>
              <a:gd name="T31" fmla="*/ 2147483647 h 774"/>
              <a:gd name="T32" fmla="*/ 2147483647 w 982"/>
              <a:gd name="T33" fmla="*/ 2147483647 h 774"/>
              <a:gd name="T34" fmla="*/ 2147483647 w 982"/>
              <a:gd name="T35" fmla="*/ 2147483647 h 774"/>
              <a:gd name="T36" fmla="*/ 2147483647 w 982"/>
              <a:gd name="T37" fmla="*/ 2147483647 h 774"/>
              <a:gd name="T38" fmla="*/ 2147483647 w 982"/>
              <a:gd name="T39" fmla="*/ 2147483647 h 774"/>
              <a:gd name="T40" fmla="*/ 2147483647 w 982"/>
              <a:gd name="T41" fmla="*/ 2147483647 h 774"/>
              <a:gd name="T42" fmla="*/ 2147483647 w 982"/>
              <a:gd name="T43" fmla="*/ 2147483647 h 774"/>
              <a:gd name="T44" fmla="*/ 2147483647 w 982"/>
              <a:gd name="T45" fmla="*/ 2147483647 h 774"/>
              <a:gd name="T46" fmla="*/ 2147483647 w 982"/>
              <a:gd name="T47" fmla="*/ 2147483647 h 774"/>
              <a:gd name="T48" fmla="*/ 2147483647 w 982"/>
              <a:gd name="T49" fmla="*/ 2147483647 h 774"/>
              <a:gd name="T50" fmla="*/ 2147483647 w 982"/>
              <a:gd name="T51" fmla="*/ 2147483647 h 774"/>
              <a:gd name="T52" fmla="*/ 2147483647 w 982"/>
              <a:gd name="T53" fmla="*/ 0 h 774"/>
              <a:gd name="T54" fmla="*/ 2147483647 w 982"/>
              <a:gd name="T55" fmla="*/ 2147483647 h 774"/>
              <a:gd name="T56" fmla="*/ 2147483647 w 982"/>
              <a:gd name="T57" fmla="*/ 2147483647 h 774"/>
              <a:gd name="T58" fmla="*/ 2147483647 w 982"/>
              <a:gd name="T59" fmla="*/ 2147483647 h 774"/>
              <a:gd name="T60" fmla="*/ 2147483647 w 982"/>
              <a:gd name="T61" fmla="*/ 2147483647 h 774"/>
              <a:gd name="T62" fmla="*/ 2147483647 w 982"/>
              <a:gd name="T63" fmla="*/ 2147483647 h 774"/>
              <a:gd name="T64" fmla="*/ 2147483647 w 982"/>
              <a:gd name="T65" fmla="*/ 2147483647 h 774"/>
              <a:gd name="T66" fmla="*/ 2147483647 w 982"/>
              <a:gd name="T67" fmla="*/ 2147483647 h 774"/>
              <a:gd name="T68" fmla="*/ 2147483647 w 982"/>
              <a:gd name="T69" fmla="*/ 2147483647 h 774"/>
              <a:gd name="T70" fmla="*/ 2147483647 w 982"/>
              <a:gd name="T71" fmla="*/ 2147483647 h 774"/>
              <a:gd name="T72" fmla="*/ 2147483647 w 982"/>
              <a:gd name="T73" fmla="*/ 2147483647 h 774"/>
              <a:gd name="T74" fmla="*/ 2147483647 w 982"/>
              <a:gd name="T75" fmla="*/ 2147483647 h 774"/>
              <a:gd name="T76" fmla="*/ 2147483647 w 982"/>
              <a:gd name="T77" fmla="*/ 2147483647 h 774"/>
              <a:gd name="T78" fmla="*/ 2147483647 w 982"/>
              <a:gd name="T79" fmla="*/ 2147483647 h 774"/>
              <a:gd name="T80" fmla="*/ 2147483647 w 982"/>
              <a:gd name="T81" fmla="*/ 2147483647 h 774"/>
              <a:gd name="T82" fmla="*/ 2147483647 w 982"/>
              <a:gd name="T83" fmla="*/ 2147483647 h 774"/>
              <a:gd name="T84" fmla="*/ 2147483647 w 982"/>
              <a:gd name="T85" fmla="*/ 2147483647 h 774"/>
              <a:gd name="T86" fmla="*/ 2147483647 w 982"/>
              <a:gd name="T87" fmla="*/ 2147483647 h 774"/>
              <a:gd name="T88" fmla="*/ 2147483647 w 982"/>
              <a:gd name="T89" fmla="*/ 2147483647 h 774"/>
              <a:gd name="T90" fmla="*/ 2147483647 w 982"/>
              <a:gd name="T91" fmla="*/ 2147483647 h 774"/>
              <a:gd name="T92" fmla="*/ 2147483647 w 982"/>
              <a:gd name="T93" fmla="*/ 2147483647 h 774"/>
              <a:gd name="T94" fmla="*/ 2147483647 w 982"/>
              <a:gd name="T95" fmla="*/ 2147483647 h 774"/>
              <a:gd name="T96" fmla="*/ 2147483647 w 982"/>
              <a:gd name="T97" fmla="*/ 2147483647 h 774"/>
              <a:gd name="T98" fmla="*/ 2147483647 w 982"/>
              <a:gd name="T99" fmla="*/ 2147483647 h 774"/>
              <a:gd name="T100" fmla="*/ 2147483647 w 982"/>
              <a:gd name="T101" fmla="*/ 2147483647 h 774"/>
              <a:gd name="T102" fmla="*/ 2147483647 w 982"/>
              <a:gd name="T103" fmla="*/ 2147483647 h 774"/>
              <a:gd name="T104" fmla="*/ 0 w 982"/>
              <a:gd name="T105" fmla="*/ 2147483647 h 774"/>
              <a:gd name="T106" fmla="*/ 0 w 982"/>
              <a:gd name="T107" fmla="*/ 2147483647 h 77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82"/>
              <a:gd name="T163" fmla="*/ 0 h 774"/>
              <a:gd name="T164" fmla="*/ 982 w 982"/>
              <a:gd name="T165" fmla="*/ 774 h 77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rotWithShape="1">
            <a:gsLst>
              <a:gs pos="0">
                <a:srgbClr val="E7A9A9">
                  <a:alpha val="32001"/>
                </a:srgbClr>
              </a:gs>
              <a:gs pos="100000">
                <a:srgbClr val="D05656"/>
              </a:gs>
            </a:gsLst>
            <a:lin ang="0" scaled="1"/>
          </a:gradFill>
          <a:ln>
            <a:noFill/>
          </a:ln>
          <a:extLst>
            <a:ext uri="{91240B29-F687-4F45-9708-019B960494DF}">
              <a14:hiddenLine xmlns:a14="http://schemas.microsoft.com/office/drawing/2010/main" w="12700">
                <a:solidFill>
                  <a:srgbClr val="000000"/>
                </a:solidFill>
                <a:round/>
                <a:headEnd/>
                <a:tailEnd/>
              </a14:hiddenLine>
            </a:ext>
          </a:extLst>
        </p:spPr>
        <p:txBody>
          <a:bodyPr vert="eaVert"/>
          <a:lstStyle/>
          <a:p>
            <a:endParaRPr lang="zh-TW" altLang="en-US"/>
          </a:p>
        </p:txBody>
      </p:sp>
      <p:sp>
        <p:nvSpPr>
          <p:cNvPr id="40967" name="Freeform 10"/>
          <p:cNvSpPr>
            <a:spLocks/>
          </p:cNvSpPr>
          <p:nvPr/>
        </p:nvSpPr>
        <p:spPr bwMode="gray">
          <a:xfrm rot="18320416" flipH="1">
            <a:off x="2125663" y="3022600"/>
            <a:ext cx="1074737" cy="601663"/>
          </a:xfrm>
          <a:custGeom>
            <a:avLst/>
            <a:gdLst>
              <a:gd name="T0" fmla="*/ 0 w 982"/>
              <a:gd name="T1" fmla="*/ 2147483647 h 774"/>
              <a:gd name="T2" fmla="*/ 2147483647 w 982"/>
              <a:gd name="T3" fmla="*/ 2147483647 h 774"/>
              <a:gd name="T4" fmla="*/ 2147483647 w 982"/>
              <a:gd name="T5" fmla="*/ 2147483647 h 774"/>
              <a:gd name="T6" fmla="*/ 2147483647 w 982"/>
              <a:gd name="T7" fmla="*/ 2147483647 h 774"/>
              <a:gd name="T8" fmla="*/ 2147483647 w 982"/>
              <a:gd name="T9" fmla="*/ 2147483647 h 774"/>
              <a:gd name="T10" fmla="*/ 2147483647 w 982"/>
              <a:gd name="T11" fmla="*/ 2147483647 h 774"/>
              <a:gd name="T12" fmla="*/ 2147483647 w 982"/>
              <a:gd name="T13" fmla="*/ 2147483647 h 774"/>
              <a:gd name="T14" fmla="*/ 2147483647 w 982"/>
              <a:gd name="T15" fmla="*/ 2147483647 h 774"/>
              <a:gd name="T16" fmla="*/ 2147483647 w 982"/>
              <a:gd name="T17" fmla="*/ 2147483647 h 774"/>
              <a:gd name="T18" fmla="*/ 2147483647 w 982"/>
              <a:gd name="T19" fmla="*/ 2147483647 h 774"/>
              <a:gd name="T20" fmla="*/ 2147483647 w 982"/>
              <a:gd name="T21" fmla="*/ 2147483647 h 774"/>
              <a:gd name="T22" fmla="*/ 2147483647 w 982"/>
              <a:gd name="T23" fmla="*/ 2147483647 h 774"/>
              <a:gd name="T24" fmla="*/ 2147483647 w 982"/>
              <a:gd name="T25" fmla="*/ 2147483647 h 774"/>
              <a:gd name="T26" fmla="*/ 2147483647 w 982"/>
              <a:gd name="T27" fmla="*/ 2147483647 h 774"/>
              <a:gd name="T28" fmla="*/ 2147483647 w 982"/>
              <a:gd name="T29" fmla="*/ 2147483647 h 774"/>
              <a:gd name="T30" fmla="*/ 2147483647 w 982"/>
              <a:gd name="T31" fmla="*/ 2147483647 h 774"/>
              <a:gd name="T32" fmla="*/ 2147483647 w 982"/>
              <a:gd name="T33" fmla="*/ 2147483647 h 774"/>
              <a:gd name="T34" fmla="*/ 2147483647 w 982"/>
              <a:gd name="T35" fmla="*/ 2147483647 h 774"/>
              <a:gd name="T36" fmla="*/ 2147483647 w 982"/>
              <a:gd name="T37" fmla="*/ 2147483647 h 774"/>
              <a:gd name="T38" fmla="*/ 2147483647 w 982"/>
              <a:gd name="T39" fmla="*/ 2147483647 h 774"/>
              <a:gd name="T40" fmla="*/ 2147483647 w 982"/>
              <a:gd name="T41" fmla="*/ 2147483647 h 774"/>
              <a:gd name="T42" fmla="*/ 2147483647 w 982"/>
              <a:gd name="T43" fmla="*/ 2147483647 h 774"/>
              <a:gd name="T44" fmla="*/ 2147483647 w 982"/>
              <a:gd name="T45" fmla="*/ 2147483647 h 774"/>
              <a:gd name="T46" fmla="*/ 2147483647 w 982"/>
              <a:gd name="T47" fmla="*/ 2147483647 h 774"/>
              <a:gd name="T48" fmla="*/ 2147483647 w 982"/>
              <a:gd name="T49" fmla="*/ 2147483647 h 774"/>
              <a:gd name="T50" fmla="*/ 2147483647 w 982"/>
              <a:gd name="T51" fmla="*/ 2147483647 h 774"/>
              <a:gd name="T52" fmla="*/ 2147483647 w 982"/>
              <a:gd name="T53" fmla="*/ 0 h 774"/>
              <a:gd name="T54" fmla="*/ 2147483647 w 982"/>
              <a:gd name="T55" fmla="*/ 2147483647 h 774"/>
              <a:gd name="T56" fmla="*/ 2147483647 w 982"/>
              <a:gd name="T57" fmla="*/ 2147483647 h 774"/>
              <a:gd name="T58" fmla="*/ 2147483647 w 982"/>
              <a:gd name="T59" fmla="*/ 2147483647 h 774"/>
              <a:gd name="T60" fmla="*/ 2147483647 w 982"/>
              <a:gd name="T61" fmla="*/ 2147483647 h 774"/>
              <a:gd name="T62" fmla="*/ 2147483647 w 982"/>
              <a:gd name="T63" fmla="*/ 2147483647 h 774"/>
              <a:gd name="T64" fmla="*/ 2147483647 w 982"/>
              <a:gd name="T65" fmla="*/ 2147483647 h 774"/>
              <a:gd name="T66" fmla="*/ 2147483647 w 982"/>
              <a:gd name="T67" fmla="*/ 2147483647 h 774"/>
              <a:gd name="T68" fmla="*/ 2147483647 w 982"/>
              <a:gd name="T69" fmla="*/ 2147483647 h 774"/>
              <a:gd name="T70" fmla="*/ 2147483647 w 982"/>
              <a:gd name="T71" fmla="*/ 2147483647 h 774"/>
              <a:gd name="T72" fmla="*/ 2147483647 w 982"/>
              <a:gd name="T73" fmla="*/ 2147483647 h 774"/>
              <a:gd name="T74" fmla="*/ 2147483647 w 982"/>
              <a:gd name="T75" fmla="*/ 2147483647 h 774"/>
              <a:gd name="T76" fmla="*/ 2147483647 w 982"/>
              <a:gd name="T77" fmla="*/ 2147483647 h 774"/>
              <a:gd name="T78" fmla="*/ 2147483647 w 982"/>
              <a:gd name="T79" fmla="*/ 2147483647 h 774"/>
              <a:gd name="T80" fmla="*/ 2147483647 w 982"/>
              <a:gd name="T81" fmla="*/ 2147483647 h 774"/>
              <a:gd name="T82" fmla="*/ 2147483647 w 982"/>
              <a:gd name="T83" fmla="*/ 2147483647 h 774"/>
              <a:gd name="T84" fmla="*/ 2147483647 w 982"/>
              <a:gd name="T85" fmla="*/ 2147483647 h 774"/>
              <a:gd name="T86" fmla="*/ 2147483647 w 982"/>
              <a:gd name="T87" fmla="*/ 2147483647 h 774"/>
              <a:gd name="T88" fmla="*/ 2147483647 w 982"/>
              <a:gd name="T89" fmla="*/ 2147483647 h 774"/>
              <a:gd name="T90" fmla="*/ 2147483647 w 982"/>
              <a:gd name="T91" fmla="*/ 2147483647 h 774"/>
              <a:gd name="T92" fmla="*/ 2147483647 w 982"/>
              <a:gd name="T93" fmla="*/ 2147483647 h 774"/>
              <a:gd name="T94" fmla="*/ 2147483647 w 982"/>
              <a:gd name="T95" fmla="*/ 2147483647 h 774"/>
              <a:gd name="T96" fmla="*/ 2147483647 w 982"/>
              <a:gd name="T97" fmla="*/ 2147483647 h 774"/>
              <a:gd name="T98" fmla="*/ 2147483647 w 982"/>
              <a:gd name="T99" fmla="*/ 2147483647 h 774"/>
              <a:gd name="T100" fmla="*/ 2147483647 w 982"/>
              <a:gd name="T101" fmla="*/ 2147483647 h 774"/>
              <a:gd name="T102" fmla="*/ 2147483647 w 982"/>
              <a:gd name="T103" fmla="*/ 2147483647 h 774"/>
              <a:gd name="T104" fmla="*/ 0 w 982"/>
              <a:gd name="T105" fmla="*/ 2147483647 h 774"/>
              <a:gd name="T106" fmla="*/ 0 w 982"/>
              <a:gd name="T107" fmla="*/ 2147483647 h 77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82"/>
              <a:gd name="T163" fmla="*/ 0 h 774"/>
              <a:gd name="T164" fmla="*/ 982 w 982"/>
              <a:gd name="T165" fmla="*/ 774 h 77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rotWithShape="1">
            <a:gsLst>
              <a:gs pos="0">
                <a:srgbClr val="E7A9A9">
                  <a:alpha val="32001"/>
                </a:srgbClr>
              </a:gs>
              <a:gs pos="100000">
                <a:srgbClr val="D05656"/>
              </a:gs>
            </a:gsLst>
            <a:lin ang="0" scaled="1"/>
          </a:gradFill>
          <a:ln>
            <a:noFill/>
          </a:ln>
          <a:extLst>
            <a:ext uri="{91240B29-F687-4F45-9708-019B960494DF}">
              <a14:hiddenLine xmlns:a14="http://schemas.microsoft.com/office/drawing/2010/main" w="12700">
                <a:solidFill>
                  <a:srgbClr val="000000"/>
                </a:solidFill>
                <a:round/>
                <a:headEnd/>
                <a:tailEnd/>
              </a14:hiddenLine>
            </a:ext>
          </a:extLst>
        </p:spPr>
        <p:txBody>
          <a:bodyPr vert="eaVert"/>
          <a:lstStyle/>
          <a:p>
            <a:endParaRPr lang="zh-TW" altLang="en-US"/>
          </a:p>
        </p:txBody>
      </p:sp>
      <p:sp>
        <p:nvSpPr>
          <p:cNvPr id="40968" name="Freeform 11"/>
          <p:cNvSpPr>
            <a:spLocks/>
          </p:cNvSpPr>
          <p:nvPr/>
        </p:nvSpPr>
        <p:spPr bwMode="gray">
          <a:xfrm rot="18320416" flipH="1">
            <a:off x="1190625" y="4232276"/>
            <a:ext cx="1074737" cy="601662"/>
          </a:xfrm>
          <a:custGeom>
            <a:avLst/>
            <a:gdLst>
              <a:gd name="T0" fmla="*/ 0 w 982"/>
              <a:gd name="T1" fmla="*/ 2147483647 h 774"/>
              <a:gd name="T2" fmla="*/ 2147483647 w 982"/>
              <a:gd name="T3" fmla="*/ 2147483647 h 774"/>
              <a:gd name="T4" fmla="*/ 2147483647 w 982"/>
              <a:gd name="T5" fmla="*/ 2147483647 h 774"/>
              <a:gd name="T6" fmla="*/ 2147483647 w 982"/>
              <a:gd name="T7" fmla="*/ 2147483647 h 774"/>
              <a:gd name="T8" fmla="*/ 2147483647 w 982"/>
              <a:gd name="T9" fmla="*/ 2147483647 h 774"/>
              <a:gd name="T10" fmla="*/ 2147483647 w 982"/>
              <a:gd name="T11" fmla="*/ 2147483647 h 774"/>
              <a:gd name="T12" fmla="*/ 2147483647 w 982"/>
              <a:gd name="T13" fmla="*/ 2147483647 h 774"/>
              <a:gd name="T14" fmla="*/ 2147483647 w 982"/>
              <a:gd name="T15" fmla="*/ 2147483647 h 774"/>
              <a:gd name="T16" fmla="*/ 2147483647 w 982"/>
              <a:gd name="T17" fmla="*/ 2147483647 h 774"/>
              <a:gd name="T18" fmla="*/ 2147483647 w 982"/>
              <a:gd name="T19" fmla="*/ 2147483647 h 774"/>
              <a:gd name="T20" fmla="*/ 2147483647 w 982"/>
              <a:gd name="T21" fmla="*/ 2147483647 h 774"/>
              <a:gd name="T22" fmla="*/ 2147483647 w 982"/>
              <a:gd name="T23" fmla="*/ 2147483647 h 774"/>
              <a:gd name="T24" fmla="*/ 2147483647 w 982"/>
              <a:gd name="T25" fmla="*/ 2147483647 h 774"/>
              <a:gd name="T26" fmla="*/ 2147483647 w 982"/>
              <a:gd name="T27" fmla="*/ 2147483647 h 774"/>
              <a:gd name="T28" fmla="*/ 2147483647 w 982"/>
              <a:gd name="T29" fmla="*/ 2147483647 h 774"/>
              <a:gd name="T30" fmla="*/ 2147483647 w 982"/>
              <a:gd name="T31" fmla="*/ 2147483647 h 774"/>
              <a:gd name="T32" fmla="*/ 2147483647 w 982"/>
              <a:gd name="T33" fmla="*/ 2147483647 h 774"/>
              <a:gd name="T34" fmla="*/ 2147483647 w 982"/>
              <a:gd name="T35" fmla="*/ 2147483647 h 774"/>
              <a:gd name="T36" fmla="*/ 2147483647 w 982"/>
              <a:gd name="T37" fmla="*/ 2147483647 h 774"/>
              <a:gd name="T38" fmla="*/ 2147483647 w 982"/>
              <a:gd name="T39" fmla="*/ 2147483647 h 774"/>
              <a:gd name="T40" fmla="*/ 2147483647 w 982"/>
              <a:gd name="T41" fmla="*/ 2147483647 h 774"/>
              <a:gd name="T42" fmla="*/ 2147483647 w 982"/>
              <a:gd name="T43" fmla="*/ 2147483647 h 774"/>
              <a:gd name="T44" fmla="*/ 2147483647 w 982"/>
              <a:gd name="T45" fmla="*/ 2147483647 h 774"/>
              <a:gd name="T46" fmla="*/ 2147483647 w 982"/>
              <a:gd name="T47" fmla="*/ 2147483647 h 774"/>
              <a:gd name="T48" fmla="*/ 2147483647 w 982"/>
              <a:gd name="T49" fmla="*/ 2147483647 h 774"/>
              <a:gd name="T50" fmla="*/ 2147483647 w 982"/>
              <a:gd name="T51" fmla="*/ 2147483647 h 774"/>
              <a:gd name="T52" fmla="*/ 2147483647 w 982"/>
              <a:gd name="T53" fmla="*/ 0 h 774"/>
              <a:gd name="T54" fmla="*/ 2147483647 w 982"/>
              <a:gd name="T55" fmla="*/ 2147483647 h 774"/>
              <a:gd name="T56" fmla="*/ 2147483647 w 982"/>
              <a:gd name="T57" fmla="*/ 2147483647 h 774"/>
              <a:gd name="T58" fmla="*/ 2147483647 w 982"/>
              <a:gd name="T59" fmla="*/ 2147483647 h 774"/>
              <a:gd name="T60" fmla="*/ 2147483647 w 982"/>
              <a:gd name="T61" fmla="*/ 2147483647 h 774"/>
              <a:gd name="T62" fmla="*/ 2147483647 w 982"/>
              <a:gd name="T63" fmla="*/ 2147483647 h 774"/>
              <a:gd name="T64" fmla="*/ 2147483647 w 982"/>
              <a:gd name="T65" fmla="*/ 2147483647 h 774"/>
              <a:gd name="T66" fmla="*/ 2147483647 w 982"/>
              <a:gd name="T67" fmla="*/ 2147483647 h 774"/>
              <a:gd name="T68" fmla="*/ 2147483647 w 982"/>
              <a:gd name="T69" fmla="*/ 2147483647 h 774"/>
              <a:gd name="T70" fmla="*/ 2147483647 w 982"/>
              <a:gd name="T71" fmla="*/ 2147483647 h 774"/>
              <a:gd name="T72" fmla="*/ 2147483647 w 982"/>
              <a:gd name="T73" fmla="*/ 2147483647 h 774"/>
              <a:gd name="T74" fmla="*/ 2147483647 w 982"/>
              <a:gd name="T75" fmla="*/ 2147483647 h 774"/>
              <a:gd name="T76" fmla="*/ 2147483647 w 982"/>
              <a:gd name="T77" fmla="*/ 2147483647 h 774"/>
              <a:gd name="T78" fmla="*/ 2147483647 w 982"/>
              <a:gd name="T79" fmla="*/ 2147483647 h 774"/>
              <a:gd name="T80" fmla="*/ 2147483647 w 982"/>
              <a:gd name="T81" fmla="*/ 2147483647 h 774"/>
              <a:gd name="T82" fmla="*/ 2147483647 w 982"/>
              <a:gd name="T83" fmla="*/ 2147483647 h 774"/>
              <a:gd name="T84" fmla="*/ 2147483647 w 982"/>
              <a:gd name="T85" fmla="*/ 2147483647 h 774"/>
              <a:gd name="T86" fmla="*/ 2147483647 w 982"/>
              <a:gd name="T87" fmla="*/ 2147483647 h 774"/>
              <a:gd name="T88" fmla="*/ 2147483647 w 982"/>
              <a:gd name="T89" fmla="*/ 2147483647 h 774"/>
              <a:gd name="T90" fmla="*/ 2147483647 w 982"/>
              <a:gd name="T91" fmla="*/ 2147483647 h 774"/>
              <a:gd name="T92" fmla="*/ 2147483647 w 982"/>
              <a:gd name="T93" fmla="*/ 2147483647 h 774"/>
              <a:gd name="T94" fmla="*/ 2147483647 w 982"/>
              <a:gd name="T95" fmla="*/ 2147483647 h 774"/>
              <a:gd name="T96" fmla="*/ 2147483647 w 982"/>
              <a:gd name="T97" fmla="*/ 2147483647 h 774"/>
              <a:gd name="T98" fmla="*/ 2147483647 w 982"/>
              <a:gd name="T99" fmla="*/ 2147483647 h 774"/>
              <a:gd name="T100" fmla="*/ 2147483647 w 982"/>
              <a:gd name="T101" fmla="*/ 2147483647 h 774"/>
              <a:gd name="T102" fmla="*/ 2147483647 w 982"/>
              <a:gd name="T103" fmla="*/ 2147483647 h 774"/>
              <a:gd name="T104" fmla="*/ 0 w 982"/>
              <a:gd name="T105" fmla="*/ 2147483647 h 774"/>
              <a:gd name="T106" fmla="*/ 0 w 982"/>
              <a:gd name="T107" fmla="*/ 2147483647 h 77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82"/>
              <a:gd name="T163" fmla="*/ 0 h 774"/>
              <a:gd name="T164" fmla="*/ 982 w 982"/>
              <a:gd name="T165" fmla="*/ 774 h 77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rotWithShape="1">
            <a:gsLst>
              <a:gs pos="0">
                <a:srgbClr val="E7A9A9">
                  <a:alpha val="32001"/>
                </a:srgbClr>
              </a:gs>
              <a:gs pos="100000">
                <a:srgbClr val="D05656"/>
              </a:gs>
            </a:gsLst>
            <a:lin ang="0" scaled="1"/>
          </a:gradFill>
          <a:ln>
            <a:noFill/>
          </a:ln>
          <a:extLst>
            <a:ext uri="{91240B29-F687-4F45-9708-019B960494DF}">
              <a14:hiddenLine xmlns:a14="http://schemas.microsoft.com/office/drawing/2010/main" w="12700">
                <a:solidFill>
                  <a:srgbClr val="000000"/>
                </a:solidFill>
                <a:round/>
                <a:headEnd/>
                <a:tailEnd/>
              </a14:hiddenLine>
            </a:ext>
          </a:extLst>
        </p:spPr>
        <p:txBody>
          <a:bodyPr vert="eaVert"/>
          <a:lstStyle/>
          <a:p>
            <a:endParaRPr lang="zh-TW" altLang="en-US"/>
          </a:p>
        </p:txBody>
      </p:sp>
      <p:sp>
        <p:nvSpPr>
          <p:cNvPr id="40969" name="Rectangle 12"/>
          <p:cNvSpPr>
            <a:spLocks noChangeArrowheads="1"/>
          </p:cNvSpPr>
          <p:nvPr/>
        </p:nvSpPr>
        <p:spPr bwMode="auto">
          <a:xfrm>
            <a:off x="3378200" y="2667000"/>
            <a:ext cx="2562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ct val="0"/>
              </a:spcBef>
              <a:buClrTx/>
              <a:buFontTx/>
              <a:buNone/>
            </a:pPr>
            <a:r>
              <a:rPr lang="zh-TW" altLang="en-US" sz="1800">
                <a:solidFill>
                  <a:srgbClr val="F6F12E"/>
                </a:solidFill>
                <a:cs typeface="Arial" panose="020B0604020202020204" pitchFamily="34" charset="0"/>
              </a:rPr>
              <a:t>確認科目與用途明細</a:t>
            </a:r>
            <a:endParaRPr lang="en-US" altLang="zh-TW" sz="1800">
              <a:solidFill>
                <a:srgbClr val="F6F12E"/>
              </a:solidFill>
              <a:cs typeface="Arial" panose="020B0604020202020204" pitchFamily="34" charset="0"/>
            </a:endParaRPr>
          </a:p>
        </p:txBody>
      </p:sp>
      <p:sp>
        <p:nvSpPr>
          <p:cNvPr id="40970" name="Rectangle 13"/>
          <p:cNvSpPr>
            <a:spLocks noChangeArrowheads="1"/>
          </p:cNvSpPr>
          <p:nvPr/>
        </p:nvSpPr>
        <p:spPr bwMode="auto">
          <a:xfrm>
            <a:off x="4443413" y="1485900"/>
            <a:ext cx="20431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ct val="0"/>
              </a:spcBef>
              <a:buClrTx/>
              <a:buFontTx/>
              <a:buNone/>
            </a:pPr>
            <a:r>
              <a:rPr lang="zh-TW" altLang="en-US" sz="1800">
                <a:solidFill>
                  <a:srgbClr val="F6F12E"/>
                </a:solidFill>
                <a:cs typeface="Arial" panose="020B0604020202020204" pitchFamily="34" charset="0"/>
              </a:rPr>
              <a:t>檢視憑證補正內容</a:t>
            </a:r>
          </a:p>
        </p:txBody>
      </p:sp>
      <p:sp>
        <p:nvSpPr>
          <p:cNvPr id="40971" name="Rectangle 14"/>
          <p:cNvSpPr>
            <a:spLocks noChangeArrowheads="1"/>
          </p:cNvSpPr>
          <p:nvPr/>
        </p:nvSpPr>
        <p:spPr bwMode="auto">
          <a:xfrm>
            <a:off x="2411413" y="3789363"/>
            <a:ext cx="23701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ct val="0"/>
              </a:spcBef>
              <a:buClrTx/>
              <a:buFontTx/>
              <a:buNone/>
            </a:pPr>
            <a:r>
              <a:rPr lang="zh-TW" altLang="en-US" sz="1800" dirty="0">
                <a:solidFill>
                  <a:schemeClr val="bg1"/>
                </a:solidFill>
                <a:cs typeface="Arial" panose="020B0604020202020204" pitchFamily="34" charset="0"/>
              </a:rPr>
              <a:t>登帳建檔與掃描歸檔</a:t>
            </a:r>
            <a:endParaRPr lang="en-US" altLang="zh-TW" sz="1800" dirty="0">
              <a:solidFill>
                <a:schemeClr val="bg1"/>
              </a:solidFill>
              <a:cs typeface="Arial" panose="020B0604020202020204" pitchFamily="34" charset="0"/>
            </a:endParaRPr>
          </a:p>
        </p:txBody>
      </p:sp>
      <p:sp>
        <p:nvSpPr>
          <p:cNvPr id="40972" name="Rectangle 15"/>
          <p:cNvSpPr>
            <a:spLocks noChangeArrowheads="1"/>
          </p:cNvSpPr>
          <p:nvPr/>
        </p:nvSpPr>
        <p:spPr bwMode="auto">
          <a:xfrm>
            <a:off x="1452563" y="5019675"/>
            <a:ext cx="28019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ct val="0"/>
              </a:spcBef>
              <a:buClrTx/>
              <a:buFontTx/>
              <a:buNone/>
            </a:pPr>
            <a:r>
              <a:rPr lang="zh-TW" altLang="en-US" sz="1800" dirty="0">
                <a:solidFill>
                  <a:schemeClr val="bg1"/>
                </a:solidFill>
                <a:cs typeface="Arial" panose="020B0604020202020204" pitchFamily="34" charset="0"/>
              </a:rPr>
              <a:t>憑證正或影本呈核及歸檔</a:t>
            </a:r>
          </a:p>
        </p:txBody>
      </p:sp>
      <p:sp>
        <p:nvSpPr>
          <p:cNvPr id="40973" name="Rectangle 16"/>
          <p:cNvSpPr>
            <a:spLocks noChangeArrowheads="1"/>
          </p:cNvSpPr>
          <p:nvPr/>
        </p:nvSpPr>
        <p:spPr bwMode="auto">
          <a:xfrm>
            <a:off x="4284663" y="1844675"/>
            <a:ext cx="39608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ClrTx/>
              <a:buFontTx/>
              <a:buNone/>
            </a:pPr>
            <a:r>
              <a:rPr lang="zh-TW" altLang="en-US" sz="1400" b="0">
                <a:cs typeface="Arial" panose="020B0604020202020204" pitchFamily="34" charset="0"/>
              </a:rPr>
              <a:t>抬頭、日期、金額、店章、負責人章、統編</a:t>
            </a:r>
            <a:r>
              <a:rPr lang="en-US" altLang="zh-TW" sz="1400" b="0">
                <a:cs typeface="Arial" panose="020B0604020202020204" pitchFamily="34" charset="0"/>
              </a:rPr>
              <a:t>…</a:t>
            </a:r>
          </a:p>
          <a:p>
            <a:pPr>
              <a:spcBef>
                <a:spcPct val="0"/>
              </a:spcBef>
              <a:buClrTx/>
              <a:buFontTx/>
              <a:buNone/>
            </a:pPr>
            <a:r>
              <a:rPr lang="zh-TW" altLang="en-US" sz="1400" b="0">
                <a:cs typeface="Arial" panose="020B0604020202020204" pitchFamily="34" charset="0"/>
              </a:rPr>
              <a:t>註記</a:t>
            </a:r>
            <a:r>
              <a:rPr lang="en-US" altLang="zh-TW" sz="1400" b="0">
                <a:cs typeface="Arial" panose="020B0604020202020204" pitchFamily="34" charset="0"/>
              </a:rPr>
              <a:t>:</a:t>
            </a:r>
            <a:r>
              <a:rPr lang="zh-TW" altLang="en-US" sz="1400" b="0">
                <a:cs typeface="Arial" panose="020B0604020202020204" pitchFamily="34" charset="0"/>
              </a:rPr>
              <a:t>經手人、用途明細。</a:t>
            </a:r>
          </a:p>
        </p:txBody>
      </p:sp>
      <p:sp>
        <p:nvSpPr>
          <p:cNvPr id="40974" name="Rectangle 17"/>
          <p:cNvSpPr>
            <a:spLocks noChangeArrowheads="1"/>
          </p:cNvSpPr>
          <p:nvPr/>
        </p:nvSpPr>
        <p:spPr bwMode="auto">
          <a:xfrm>
            <a:off x="3276600" y="3027363"/>
            <a:ext cx="3678238"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ClrTx/>
              <a:buFontTx/>
              <a:buNone/>
            </a:pPr>
            <a:r>
              <a:rPr lang="zh-TW" altLang="en-US" sz="1400" b="0">
                <a:cs typeface="Arial" panose="020B0604020202020204" pitchFamily="34" charset="0"/>
              </a:rPr>
              <a:t>依據用途明細選取最合適之預算表內科目。</a:t>
            </a:r>
          </a:p>
          <a:p>
            <a:pPr>
              <a:spcBef>
                <a:spcPct val="0"/>
              </a:spcBef>
              <a:buClrTx/>
              <a:buFontTx/>
              <a:buNone/>
            </a:pPr>
            <a:r>
              <a:rPr lang="zh-TW" altLang="en-US" sz="1400" b="0">
                <a:cs typeface="Arial" panose="020B0604020202020204" pitchFamily="34" charset="0"/>
              </a:rPr>
              <a:t>**涉及政府補助時，其科目請選擇「專案收入</a:t>
            </a:r>
            <a:r>
              <a:rPr lang="en-US" altLang="zh-TW" sz="1400" b="0">
                <a:cs typeface="Arial" panose="020B0604020202020204" pitchFamily="34" charset="0"/>
              </a:rPr>
              <a:t>-</a:t>
            </a:r>
            <a:r>
              <a:rPr lang="zh-TW" altLang="en-US" sz="1400" b="0">
                <a:cs typeface="Arial" panose="020B0604020202020204" pitchFamily="34" charset="0"/>
              </a:rPr>
              <a:t>補助是由」。</a:t>
            </a:r>
          </a:p>
        </p:txBody>
      </p:sp>
      <p:sp>
        <p:nvSpPr>
          <p:cNvPr id="40975" name="Rectangle 18"/>
          <p:cNvSpPr>
            <a:spLocks noChangeArrowheads="1"/>
          </p:cNvSpPr>
          <p:nvPr/>
        </p:nvSpPr>
        <p:spPr bwMode="auto">
          <a:xfrm>
            <a:off x="2268538" y="4221163"/>
            <a:ext cx="34131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ClrTx/>
              <a:buFontTx/>
              <a:buNone/>
            </a:pPr>
            <a:r>
              <a:rPr lang="zh-TW" altLang="en-US" sz="1400" b="0">
                <a:cs typeface="Arial" panose="020B0604020202020204" pitchFamily="34" charset="0"/>
              </a:rPr>
              <a:t>登錄電子帳簿，並將憑證掃描存檔，若正本需送會外核銷，應於檔名註記。</a:t>
            </a:r>
          </a:p>
        </p:txBody>
      </p:sp>
      <p:sp>
        <p:nvSpPr>
          <p:cNvPr id="40976" name="Rectangle 19"/>
          <p:cNvSpPr>
            <a:spLocks noChangeArrowheads="1"/>
          </p:cNvSpPr>
          <p:nvPr/>
        </p:nvSpPr>
        <p:spPr bwMode="auto">
          <a:xfrm>
            <a:off x="1366838" y="5405438"/>
            <a:ext cx="3436937"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ClrTx/>
              <a:buFontTx/>
              <a:buNone/>
            </a:pPr>
            <a:r>
              <a:rPr lang="zh-TW" altLang="en-US" sz="1400" b="0">
                <a:cs typeface="Arial" panose="020B0604020202020204" pitchFamily="34" charset="0"/>
              </a:rPr>
              <a:t>憑證正本依時間排序按月黏於黏貼憑證用紙上呈核，若正本需送會外核銷時，以影本替代，並於影本上註記正本去處。</a:t>
            </a:r>
          </a:p>
        </p:txBody>
      </p:sp>
      <p:sp>
        <p:nvSpPr>
          <p:cNvPr id="40977" name="Rectangle 3"/>
          <p:cNvSpPr>
            <a:spLocks noChangeArrowheads="1"/>
          </p:cNvSpPr>
          <p:nvPr/>
        </p:nvSpPr>
        <p:spPr bwMode="auto">
          <a:xfrm>
            <a:off x="2484438" y="260350"/>
            <a:ext cx="4319587" cy="719138"/>
          </a:xfrm>
          <a:prstGeom prst="rect">
            <a:avLst/>
          </a:prstGeom>
          <a:noFill/>
          <a:ln>
            <a:noFill/>
          </a:ln>
          <a:extLst>
            <a:ext uri="{909E8E84-426E-40DD-AFC4-6F175D3DCCD1}">
              <a14:hiddenFill xmlns:a14="http://schemas.microsoft.com/office/drawing/2010/main">
                <a:gradFill rotWithShape="1">
                  <a:gsLst>
                    <a:gs pos="0">
                      <a:srgbClr val="FFFF00"/>
                    </a:gs>
                    <a:gs pos="100000">
                      <a:srgbClr val="000000"/>
                    </a:gs>
                  </a:gsLst>
                  <a:path path="shape">
                    <a:fillToRect l="50000" t="50000" r="50000" b="50000"/>
                  </a:path>
                </a:gra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0"/>
              </a:spcBef>
              <a:buClrTx/>
              <a:buFontTx/>
              <a:buNone/>
            </a:pPr>
            <a:r>
              <a:rPr lang="zh-TW" altLang="en-US" sz="4000" b="0" dirty="0">
                <a:ea typeface="華康POP3體W12" pitchFamily="81" charset="-120"/>
              </a:rPr>
              <a:t>憑證作帳與收納</a:t>
            </a:r>
            <a:endParaRPr lang="en-US" altLang="zh-TW" sz="4000" b="0" dirty="0">
              <a:ea typeface="華康POP3體W12" pitchFamily="81" charset="-120"/>
            </a:endParaRPr>
          </a:p>
        </p:txBody>
      </p:sp>
      <p:sp>
        <p:nvSpPr>
          <p:cNvPr id="18" name="文字方塊 17"/>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1897031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ChangeArrowheads="1"/>
          </p:cNvSpPr>
          <p:nvPr>
            <p:ph type="title" idx="4294967295"/>
          </p:nvPr>
        </p:nvSpPr>
        <p:spPr>
          <a:xfrm>
            <a:off x="468313" y="188913"/>
            <a:ext cx="8280400" cy="936625"/>
          </a:xfrm>
          <a:noFill/>
          <a:extLst>
            <a:ext uri="{909E8E84-426E-40DD-AFC4-6F175D3DCCD1}">
              <a14:hiddenFill xmlns:a14="http://schemas.microsoft.com/office/drawing/2010/main">
                <a:gradFill rotWithShape="1">
                  <a:gsLst>
                    <a:gs pos="0">
                      <a:srgbClr val="FFFF00"/>
                    </a:gs>
                    <a:gs pos="100000">
                      <a:srgbClr val="000000"/>
                    </a:gs>
                  </a:gsLst>
                  <a:path path="shape">
                    <a:fillToRect l="50000" t="50000" r="50000" b="50000"/>
                  </a:path>
                </a:gradFill>
              </a14:hiddenFill>
            </a:ext>
          </a:extLst>
        </p:spPr>
        <p:txBody>
          <a:bodyPr>
            <a:normAutofit fontScale="90000"/>
          </a:bodyPr>
          <a:lstStyle/>
          <a:p>
            <a:pPr eaLnBrk="1" hangingPunct="1"/>
            <a:r>
              <a:rPr lang="zh-TW" altLang="en-US" sz="3800" b="0" dirty="0">
                <a:solidFill>
                  <a:schemeClr val="tx1"/>
                </a:solidFill>
                <a:effectLst/>
                <a:latin typeface="華康POP3體W12" pitchFamily="81" charset="-120"/>
                <a:ea typeface="華康POP3體W12" pitchFamily="81" charset="-120"/>
              </a:rPr>
              <a:t>各月份召開大會應檢附之財務報表</a:t>
            </a:r>
            <a:br>
              <a:rPr lang="zh-TW" altLang="en-US" sz="3800" b="0" dirty="0">
                <a:solidFill>
                  <a:srgbClr val="FF3300"/>
                </a:solidFill>
                <a:effectLst/>
                <a:latin typeface="華康POP3體W12" pitchFamily="81" charset="-120"/>
                <a:ea typeface="華康POP3體W12" pitchFamily="81" charset="-120"/>
              </a:rPr>
            </a:br>
            <a:r>
              <a:rPr lang="zh-TW" altLang="en-US" sz="2900" b="0" dirty="0">
                <a:effectLst/>
                <a:latin typeface="華康POP3體W12" pitchFamily="81" charset="-120"/>
                <a:ea typeface="華康POP3體W12" pitchFamily="81" charset="-120"/>
              </a:rPr>
              <a:t>會計年度</a:t>
            </a:r>
            <a:r>
              <a:rPr lang="en-US" altLang="zh-TW" sz="2900" b="0" dirty="0">
                <a:effectLst/>
                <a:latin typeface="華康POP3體W12" pitchFamily="81" charset="-120"/>
                <a:ea typeface="華康POP3體W12" pitchFamily="81" charset="-120"/>
              </a:rPr>
              <a:t>(1~12</a:t>
            </a:r>
            <a:r>
              <a:rPr lang="zh-TW" altLang="en-US" sz="2900" b="0" dirty="0">
                <a:effectLst/>
                <a:latin typeface="華康POP3體W12" pitchFamily="81" charset="-120"/>
                <a:ea typeface="華康POP3體W12" pitchFamily="81" charset="-120"/>
              </a:rPr>
              <a:t>月</a:t>
            </a:r>
            <a:r>
              <a:rPr lang="en-US" altLang="zh-TW" sz="2900" b="0" dirty="0">
                <a:effectLst/>
                <a:latin typeface="華康POP3體W12" pitchFamily="81" charset="-120"/>
                <a:ea typeface="華康POP3體W12" pitchFamily="81" charset="-120"/>
              </a:rPr>
              <a:t>) </a:t>
            </a:r>
          </a:p>
        </p:txBody>
      </p:sp>
      <p:sp>
        <p:nvSpPr>
          <p:cNvPr id="41987" name="Line 1602"/>
          <p:cNvSpPr>
            <a:spLocks noChangeShapeType="1"/>
          </p:cNvSpPr>
          <p:nvPr/>
        </p:nvSpPr>
        <p:spPr bwMode="auto">
          <a:xfrm>
            <a:off x="2438400" y="4470400"/>
            <a:ext cx="0"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988" name="Line 1603"/>
          <p:cNvSpPr>
            <a:spLocks noChangeShapeType="1"/>
          </p:cNvSpPr>
          <p:nvPr/>
        </p:nvSpPr>
        <p:spPr bwMode="auto">
          <a:xfrm>
            <a:off x="2971800" y="4470400"/>
            <a:ext cx="0"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graphicFrame>
        <p:nvGraphicFramePr>
          <p:cNvPr id="72008" name="Group 328"/>
          <p:cNvGraphicFramePr>
            <a:graphicFrameLocks noGrp="1"/>
          </p:cNvGraphicFramePr>
          <p:nvPr>
            <p:extLst>
              <p:ext uri="{D42A27DB-BD31-4B8C-83A1-F6EECF244321}">
                <p14:modId xmlns:p14="http://schemas.microsoft.com/office/powerpoint/2010/main" val="3459586752"/>
              </p:ext>
            </p:extLst>
          </p:nvPr>
        </p:nvGraphicFramePr>
        <p:xfrm>
          <a:off x="0" y="1341438"/>
          <a:ext cx="9144000" cy="5540375"/>
        </p:xfrm>
        <a:graphic>
          <a:graphicData uri="http://schemas.openxmlformats.org/drawingml/2006/table">
            <a:tbl>
              <a:tblPr>
                <a:tableStyleId>{35758FB7-9AC5-4552-8A53-C91805E547FA}</a:tableStyleId>
              </a:tblPr>
              <a:tblGrid>
                <a:gridCol w="384175">
                  <a:extLst>
                    <a:ext uri="{9D8B030D-6E8A-4147-A177-3AD203B41FA5}">
                      <a16:colId xmlns:a16="http://schemas.microsoft.com/office/drawing/2014/main" val="20000"/>
                    </a:ext>
                  </a:extLst>
                </a:gridCol>
                <a:gridCol w="341313">
                  <a:extLst>
                    <a:ext uri="{9D8B030D-6E8A-4147-A177-3AD203B41FA5}">
                      <a16:colId xmlns:a16="http://schemas.microsoft.com/office/drawing/2014/main" val="20001"/>
                    </a:ext>
                  </a:extLst>
                </a:gridCol>
                <a:gridCol w="3238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23850">
                  <a:extLst>
                    <a:ext uri="{9D8B030D-6E8A-4147-A177-3AD203B41FA5}">
                      <a16:colId xmlns:a16="http://schemas.microsoft.com/office/drawing/2014/main" val="20004"/>
                    </a:ext>
                  </a:extLst>
                </a:gridCol>
                <a:gridCol w="323850">
                  <a:extLst>
                    <a:ext uri="{9D8B030D-6E8A-4147-A177-3AD203B41FA5}">
                      <a16:colId xmlns:a16="http://schemas.microsoft.com/office/drawing/2014/main" val="20005"/>
                    </a:ext>
                  </a:extLst>
                </a:gridCol>
                <a:gridCol w="323850">
                  <a:extLst>
                    <a:ext uri="{9D8B030D-6E8A-4147-A177-3AD203B41FA5}">
                      <a16:colId xmlns:a16="http://schemas.microsoft.com/office/drawing/2014/main" val="20006"/>
                    </a:ext>
                  </a:extLst>
                </a:gridCol>
                <a:gridCol w="323850">
                  <a:extLst>
                    <a:ext uri="{9D8B030D-6E8A-4147-A177-3AD203B41FA5}">
                      <a16:colId xmlns:a16="http://schemas.microsoft.com/office/drawing/2014/main" val="20007"/>
                    </a:ext>
                  </a:extLst>
                </a:gridCol>
                <a:gridCol w="322262">
                  <a:extLst>
                    <a:ext uri="{9D8B030D-6E8A-4147-A177-3AD203B41FA5}">
                      <a16:colId xmlns:a16="http://schemas.microsoft.com/office/drawing/2014/main" val="20008"/>
                    </a:ext>
                  </a:extLst>
                </a:gridCol>
                <a:gridCol w="323850">
                  <a:extLst>
                    <a:ext uri="{9D8B030D-6E8A-4147-A177-3AD203B41FA5}">
                      <a16:colId xmlns:a16="http://schemas.microsoft.com/office/drawing/2014/main" val="20009"/>
                    </a:ext>
                  </a:extLst>
                </a:gridCol>
                <a:gridCol w="325438">
                  <a:extLst>
                    <a:ext uri="{9D8B030D-6E8A-4147-A177-3AD203B41FA5}">
                      <a16:colId xmlns:a16="http://schemas.microsoft.com/office/drawing/2014/main" val="20010"/>
                    </a:ext>
                  </a:extLst>
                </a:gridCol>
                <a:gridCol w="323850">
                  <a:extLst>
                    <a:ext uri="{9D8B030D-6E8A-4147-A177-3AD203B41FA5}">
                      <a16:colId xmlns:a16="http://schemas.microsoft.com/office/drawing/2014/main" val="20011"/>
                    </a:ext>
                  </a:extLst>
                </a:gridCol>
                <a:gridCol w="3238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22262">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23850">
                  <a:extLst>
                    <a:ext uri="{9D8B030D-6E8A-4147-A177-3AD203B41FA5}">
                      <a16:colId xmlns:a16="http://schemas.microsoft.com/office/drawing/2014/main" val="20016"/>
                    </a:ext>
                  </a:extLst>
                </a:gridCol>
                <a:gridCol w="325438">
                  <a:extLst>
                    <a:ext uri="{9D8B030D-6E8A-4147-A177-3AD203B41FA5}">
                      <a16:colId xmlns:a16="http://schemas.microsoft.com/office/drawing/2014/main" val="20017"/>
                    </a:ext>
                  </a:extLst>
                </a:gridCol>
                <a:gridCol w="323850">
                  <a:extLst>
                    <a:ext uri="{9D8B030D-6E8A-4147-A177-3AD203B41FA5}">
                      <a16:colId xmlns:a16="http://schemas.microsoft.com/office/drawing/2014/main" val="20018"/>
                    </a:ext>
                  </a:extLst>
                </a:gridCol>
                <a:gridCol w="322262">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23850">
                  <a:extLst>
                    <a:ext uri="{9D8B030D-6E8A-4147-A177-3AD203B41FA5}">
                      <a16:colId xmlns:a16="http://schemas.microsoft.com/office/drawing/2014/main" val="20021"/>
                    </a:ext>
                  </a:extLst>
                </a:gridCol>
                <a:gridCol w="323850">
                  <a:extLst>
                    <a:ext uri="{9D8B030D-6E8A-4147-A177-3AD203B41FA5}">
                      <a16:colId xmlns:a16="http://schemas.microsoft.com/office/drawing/2014/main" val="20022"/>
                    </a:ext>
                  </a:extLst>
                </a:gridCol>
                <a:gridCol w="323850">
                  <a:extLst>
                    <a:ext uri="{9D8B030D-6E8A-4147-A177-3AD203B41FA5}">
                      <a16:colId xmlns:a16="http://schemas.microsoft.com/office/drawing/2014/main" val="20023"/>
                    </a:ext>
                  </a:extLst>
                </a:gridCol>
                <a:gridCol w="325438">
                  <a:extLst>
                    <a:ext uri="{9D8B030D-6E8A-4147-A177-3AD203B41FA5}">
                      <a16:colId xmlns:a16="http://schemas.microsoft.com/office/drawing/2014/main" val="20024"/>
                    </a:ext>
                  </a:extLst>
                </a:gridCol>
                <a:gridCol w="322262">
                  <a:extLst>
                    <a:ext uri="{9D8B030D-6E8A-4147-A177-3AD203B41FA5}">
                      <a16:colId xmlns:a16="http://schemas.microsoft.com/office/drawing/2014/main" val="20025"/>
                    </a:ext>
                  </a:extLst>
                </a:gridCol>
                <a:gridCol w="323850">
                  <a:extLst>
                    <a:ext uri="{9D8B030D-6E8A-4147-A177-3AD203B41FA5}">
                      <a16:colId xmlns:a16="http://schemas.microsoft.com/office/drawing/2014/main" val="20026"/>
                    </a:ext>
                  </a:extLst>
                </a:gridCol>
                <a:gridCol w="323850">
                  <a:extLst>
                    <a:ext uri="{9D8B030D-6E8A-4147-A177-3AD203B41FA5}">
                      <a16:colId xmlns:a16="http://schemas.microsoft.com/office/drawing/2014/main" val="20027"/>
                    </a:ext>
                  </a:extLst>
                </a:gridCol>
              </a:tblGrid>
              <a:tr h="433388">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chemeClr val="tx1"/>
                          </a:solidFill>
                          <a:effectLst/>
                        </a:rPr>
                        <a:t>11</a:t>
                      </a:r>
                      <a:endParaRPr kumimoji="1" lang="en-US" altLang="zh-TW" sz="2400" b="0" i="0" u="none" strike="noStrike" cap="none" normalizeH="0" baseline="0">
                        <a:ln>
                          <a:noFill/>
                        </a:ln>
                        <a:solidFill>
                          <a:schemeClr val="tx1"/>
                        </a:solidFill>
                        <a:effectLst/>
                        <a:latin typeface="Times New Roman" pitchFamily="18" charset="0"/>
                        <a:ea typeface="新細明體" pitchFamily="18" charset="-12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dirty="0">
                          <a:ln>
                            <a:noFill/>
                          </a:ln>
                          <a:solidFill>
                            <a:sysClr val="windowText" lastClr="000000"/>
                          </a:solidFill>
                          <a:effectLst/>
                        </a:rPr>
                        <a:t>12</a:t>
                      </a:r>
                      <a:endParaRPr kumimoji="1" lang="en-US" altLang="zh-TW" sz="2400" b="0" i="0" u="none" strike="noStrike" cap="none" normalizeH="0" baseline="0" dirty="0">
                        <a:ln>
                          <a:noFill/>
                        </a:ln>
                        <a:solidFill>
                          <a:sysClr val="windowText" lastClr="000000"/>
                        </a:solidFill>
                        <a:effectLst/>
                        <a:latin typeface="Times New Roman" pitchFamily="18" charset="0"/>
                        <a:ea typeface="新細明體" pitchFamily="18" charset="-120"/>
                      </a:endParaRPr>
                    </a:p>
                  </a:txBody>
                  <a:tcPr horzOverflow="overflow"/>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dirty="0">
                          <a:ln>
                            <a:noFill/>
                          </a:ln>
                          <a:solidFill>
                            <a:sysClr val="windowText" lastClr="000000"/>
                          </a:solidFill>
                          <a:effectLst/>
                        </a:rPr>
                        <a:t>1</a:t>
                      </a:r>
                      <a:endParaRPr kumimoji="1" lang="en-US" altLang="zh-TW" sz="2400" b="0" i="0" u="none" strike="noStrike" cap="none" normalizeH="0" baseline="0" dirty="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2</a:t>
                      </a:r>
                      <a:endParaRPr kumimoji="1" lang="en-US" altLang="zh-TW"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3</a:t>
                      </a:r>
                      <a:endParaRPr kumimoji="1" lang="en-US" altLang="zh-TW"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4</a:t>
                      </a:r>
                      <a:endParaRPr kumimoji="1" lang="en-US" altLang="zh-TW"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5</a:t>
                      </a:r>
                      <a:endParaRPr kumimoji="1" lang="en-US" altLang="zh-TW"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6</a:t>
                      </a:r>
                      <a:endParaRPr kumimoji="1" lang="en-US" altLang="zh-TW"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7</a:t>
                      </a:r>
                      <a:endParaRPr kumimoji="1" lang="en-US" altLang="zh-TW"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8</a:t>
                      </a:r>
                      <a:endParaRPr kumimoji="1" lang="en-US" altLang="zh-TW"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9</a:t>
                      </a:r>
                      <a:endParaRPr kumimoji="1" lang="en-US" altLang="zh-TW"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10</a:t>
                      </a:r>
                      <a:endParaRPr kumimoji="1" lang="en-US" altLang="zh-TW"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11</a:t>
                      </a:r>
                      <a:endParaRPr kumimoji="1" lang="en-US" altLang="zh-TW"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12</a:t>
                      </a:r>
                      <a:endParaRPr kumimoji="1" lang="en-US" altLang="zh-TW"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a:t>
                      </a:r>
                      <a:endParaRPr kumimoji="1" lang="en-US" altLang="zh-TW"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2</a:t>
                      </a:r>
                      <a:endParaRPr kumimoji="1" lang="en-US" altLang="zh-TW"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extLst>
                  <a:ext uri="{0D108BD9-81ED-4DB2-BD59-A6C34878D82A}">
                    <a16:rowId xmlns:a16="http://schemas.microsoft.com/office/drawing/2014/main" val="10000"/>
                  </a:ext>
                </a:extLst>
              </a:tr>
              <a:tr h="2363787">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製作</a:t>
                      </a:r>
                      <a:r>
                        <a:rPr kumimoji="1" lang="zh-TW" altLang="en-US" sz="1600" b="1" u="none" strike="noStrike" cap="none" normalizeH="0" baseline="0" dirty="0">
                          <a:ln>
                            <a:noFill/>
                          </a:ln>
                          <a:solidFill>
                            <a:sysClr val="windowText" lastClr="000000"/>
                          </a:solidFill>
                          <a:effectLst/>
                        </a:rPr>
                        <a:t>下年度工作計畫</a:t>
                      </a:r>
                      <a:r>
                        <a:rPr kumimoji="1" lang="zh-TW" altLang="en-US" sz="1600" b="0" u="none" strike="noStrike" cap="none" normalizeH="0" baseline="0" dirty="0">
                          <a:ln>
                            <a:noFill/>
                          </a:ln>
                          <a:solidFill>
                            <a:sysClr val="windowText" lastClr="000000"/>
                          </a:solidFill>
                          <a:effectLst/>
                        </a:rPr>
                        <a:t>及</a:t>
                      </a:r>
                      <a:r>
                        <a:rPr kumimoji="1" lang="zh-TW" altLang="en-US" sz="1600" b="1" u="none" strike="noStrike" cap="none" normalizeH="0" baseline="0" dirty="0">
                          <a:ln>
                            <a:noFill/>
                          </a:ln>
                          <a:solidFill>
                            <a:sysClr val="windowText" lastClr="000000"/>
                          </a:solidFill>
                          <a:effectLst/>
                        </a:rPr>
                        <a:t>經費收支預算表</a:t>
                      </a:r>
                      <a:endParaRPr kumimoji="1" lang="zh-TW" altLang="en-US" sz="1600" b="0" i="0" u="none" strike="noStrike" cap="none" normalizeH="0" baseline="0" dirty="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gridSpan="4">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製作</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1" u="none" strike="noStrike" cap="none" normalizeH="0" baseline="0" dirty="0">
                          <a:ln>
                            <a:noFill/>
                          </a:ln>
                          <a:solidFill>
                            <a:sysClr val="windowText" lastClr="000000"/>
                          </a:solidFill>
                          <a:effectLst/>
                        </a:rPr>
                        <a:t>上年度經費收支決算表</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及</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1" u="none" strike="noStrike" cap="none" normalizeH="0" baseline="0" dirty="0">
                          <a:ln>
                            <a:noFill/>
                          </a:ln>
                          <a:solidFill>
                            <a:sysClr val="windowText" lastClr="000000"/>
                          </a:solidFill>
                          <a:effectLst/>
                        </a:rPr>
                        <a:t>資產負債表</a:t>
                      </a:r>
                      <a:endParaRPr kumimoji="1" lang="zh-TW" altLang="en-US" sz="1600" b="0" i="0" u="none" strike="noStrike" cap="none" normalizeH="0" baseline="0" dirty="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　</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　</a:t>
                      </a:r>
                      <a:endParaRPr kumimoji="1" lang="zh-TW" altLang="en-US" sz="1600" b="0" i="0" u="none" strike="noStrike" cap="none" normalizeH="0" baseline="0" dirty="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rowSpan="2" hMerge="1">
                  <a:txBody>
                    <a:bodyPr/>
                    <a:lstStyle/>
                    <a:p>
                      <a:endParaRPr lang="zh-TW" altLang="en-US"/>
                    </a:p>
                  </a:txBody>
                  <a:tcPr/>
                </a:tc>
                <a:tc rowSpan="2"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　</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　</a:t>
                      </a:r>
                      <a:endParaRPr kumimoji="1" lang="zh-TW" altLang="en-US" sz="1600" b="0" i="0" u="none" strike="noStrike" cap="none" normalizeH="0" baseline="0" dirty="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rowSpan="2" hMerge="1">
                  <a:txBody>
                    <a:bodyPr/>
                    <a:lstStyle/>
                    <a:p>
                      <a:endParaRPr lang="zh-TW" altLang="en-US"/>
                    </a:p>
                  </a:txBody>
                  <a:tcPr/>
                </a:tc>
                <a:tc rowSpan="2"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　</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　</a:t>
                      </a:r>
                      <a:endParaRPr kumimoji="1" lang="zh-TW" altLang="en-US" sz="1600" b="0" i="0" u="none" strike="noStrike" cap="none" normalizeH="0" baseline="0" dirty="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rowSpan="2" hMerge="1">
                  <a:txBody>
                    <a:bodyPr/>
                    <a:lstStyle/>
                    <a:p>
                      <a:endParaRPr lang="zh-TW" altLang="en-US"/>
                    </a:p>
                  </a:txBody>
                  <a:tcPr/>
                </a:tc>
                <a:tc rowSpan="2"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　</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　</a:t>
                      </a:r>
                      <a:endParaRPr kumimoji="1" lang="zh-TW" altLang="en-US" sz="1600" b="0" i="0" u="none" strike="noStrike" cap="none" normalizeH="0" baseline="0" dirty="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rowSpan="2" hMerge="1">
                  <a:txBody>
                    <a:bodyPr/>
                    <a:lstStyle/>
                    <a:p>
                      <a:endParaRPr lang="zh-TW" altLang="en-US"/>
                    </a:p>
                  </a:txBody>
                  <a:tcPr/>
                </a:tc>
                <a:tc rowSpan="2"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a:ln>
                            <a:noFill/>
                          </a:ln>
                          <a:solidFill>
                            <a:sysClr val="windowText" lastClr="000000"/>
                          </a:solidFill>
                          <a:effectLst/>
                        </a:rPr>
                        <a:t>　</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a:ln>
                            <a:noFill/>
                          </a:ln>
                          <a:solidFill>
                            <a:sysClr val="windowText" lastClr="000000"/>
                          </a:solidFill>
                          <a:effectLst/>
                        </a:rPr>
                        <a:t>　</a:t>
                      </a:r>
                      <a:endParaRPr kumimoji="1" lang="zh-TW" altLang="en-US" sz="16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rowSpan="2" hMerge="1">
                  <a:txBody>
                    <a:bodyPr/>
                    <a:lstStyle/>
                    <a:p>
                      <a:endParaRPr lang="zh-TW" altLang="en-US"/>
                    </a:p>
                  </a:txBody>
                  <a:tcPr/>
                </a:tc>
                <a:tc rowSpan="2"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　</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　</a:t>
                      </a:r>
                      <a:endParaRPr kumimoji="1" lang="zh-TW" altLang="en-US" sz="1600" b="0" i="0" u="none" strike="noStrike" cap="none" normalizeH="0" baseline="0" dirty="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rowSpan="2" hMerge="1">
                  <a:txBody>
                    <a:bodyPr/>
                    <a:lstStyle/>
                    <a:p>
                      <a:endParaRPr lang="zh-TW" altLang="en-US"/>
                    </a:p>
                  </a:txBody>
                  <a:tcPr/>
                </a:tc>
                <a:tc rowSpan="2"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　</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dirty="0">
                          <a:ln>
                            <a:noFill/>
                          </a:ln>
                          <a:solidFill>
                            <a:sysClr val="windowText" lastClr="000000"/>
                          </a:solidFill>
                          <a:effectLst/>
                        </a:rPr>
                        <a:t>　</a:t>
                      </a:r>
                      <a:endParaRPr kumimoji="1" lang="zh-TW" altLang="en-US" sz="1600" b="0" i="0" u="none" strike="noStrike" cap="none" normalizeH="0" baseline="0" dirty="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rowSpan="2" hMerge="1">
                  <a:txBody>
                    <a:bodyPr/>
                    <a:lstStyle/>
                    <a:p>
                      <a:endParaRPr lang="zh-TW" altLang="en-US"/>
                    </a:p>
                  </a:txBody>
                  <a:tcPr/>
                </a:tc>
                <a:tc rowSpan="2"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a:ln>
                            <a:noFill/>
                          </a:ln>
                          <a:solidFill>
                            <a:sysClr val="windowText" lastClr="000000"/>
                          </a:solidFill>
                          <a:effectLst/>
                        </a:rPr>
                        <a:t>　</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a:ln>
                            <a:noFill/>
                          </a:ln>
                          <a:solidFill>
                            <a:sysClr val="windowText" lastClr="000000"/>
                          </a:solidFill>
                          <a:effectLst/>
                        </a:rPr>
                        <a:t>　</a:t>
                      </a:r>
                      <a:endParaRPr kumimoji="1" lang="zh-TW" altLang="en-US" sz="16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rowSpan="2" hMerge="1">
                  <a:txBody>
                    <a:bodyPr/>
                    <a:lstStyle/>
                    <a:p>
                      <a:endParaRPr lang="zh-TW" altLang="en-US"/>
                    </a:p>
                  </a:txBody>
                  <a:tcPr/>
                </a:tc>
                <a:tc gridSpan="4">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a:ln>
                            <a:noFill/>
                          </a:ln>
                          <a:solidFill>
                            <a:sysClr val="windowText" lastClr="000000"/>
                          </a:solidFill>
                          <a:effectLst/>
                        </a:rPr>
                        <a:t>製作</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1" u="none" strike="noStrike" cap="none" normalizeH="0" baseline="0">
                          <a:ln>
                            <a:noFill/>
                          </a:ln>
                          <a:solidFill>
                            <a:sysClr val="windowText" lastClr="000000"/>
                          </a:solidFill>
                          <a:effectLst/>
                        </a:rPr>
                        <a:t>下年度工作計畫</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a:ln>
                            <a:noFill/>
                          </a:ln>
                          <a:solidFill>
                            <a:sysClr val="windowText" lastClr="000000"/>
                          </a:solidFill>
                          <a:effectLst/>
                        </a:rPr>
                        <a:t>及</a:t>
                      </a:r>
                    </a:p>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1" u="none" strike="noStrike" cap="none" normalizeH="0" baseline="0">
                          <a:ln>
                            <a:noFill/>
                          </a:ln>
                          <a:solidFill>
                            <a:sysClr val="windowText" lastClr="000000"/>
                          </a:solidFill>
                          <a:effectLst/>
                        </a:rPr>
                        <a:t>經費收支預算表</a:t>
                      </a:r>
                      <a:endParaRPr kumimoji="1" lang="zh-TW" altLang="en-US" sz="16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600" b="0" u="none" strike="noStrike" cap="none" normalizeH="0" baseline="0">
                          <a:ln>
                            <a:noFill/>
                          </a:ln>
                          <a:solidFill>
                            <a:sysClr val="windowText" lastClr="000000"/>
                          </a:solidFill>
                          <a:effectLst/>
                        </a:rPr>
                        <a:t>製作</a:t>
                      </a:r>
                      <a:r>
                        <a:rPr kumimoji="1" lang="zh-TW" altLang="en-US" sz="1600" b="1" u="none" strike="noStrike" cap="none" normalizeH="0" baseline="0">
                          <a:ln>
                            <a:noFill/>
                          </a:ln>
                          <a:solidFill>
                            <a:sysClr val="windowText" lastClr="000000"/>
                          </a:solidFill>
                          <a:effectLst/>
                        </a:rPr>
                        <a:t>上年度經費收支決算表</a:t>
                      </a:r>
                      <a:r>
                        <a:rPr kumimoji="1" lang="zh-TW" altLang="en-US" sz="1600" b="0" u="none" strike="noStrike" cap="none" normalizeH="0" baseline="0">
                          <a:ln>
                            <a:noFill/>
                          </a:ln>
                          <a:solidFill>
                            <a:sysClr val="windowText" lastClr="000000"/>
                          </a:solidFill>
                          <a:effectLst/>
                        </a:rPr>
                        <a:t>及</a:t>
                      </a:r>
                      <a:r>
                        <a:rPr kumimoji="1" lang="zh-TW" altLang="en-US" sz="1600" b="1" u="none" strike="noStrike" cap="none" normalizeH="0" baseline="0">
                          <a:ln>
                            <a:noFill/>
                          </a:ln>
                          <a:solidFill>
                            <a:sysClr val="windowText" lastClr="000000"/>
                          </a:solidFill>
                          <a:effectLst/>
                        </a:rPr>
                        <a:t>資產負債表</a:t>
                      </a:r>
                      <a:endParaRPr kumimoji="1" lang="zh-TW" altLang="en-US" sz="16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extLst>
                  <a:ext uri="{0D108BD9-81ED-4DB2-BD59-A6C34878D82A}">
                    <a16:rowId xmlns:a16="http://schemas.microsoft.com/office/drawing/2014/main" val="10001"/>
                  </a:ext>
                </a:extLst>
              </a:tr>
              <a:tr h="354013">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600" b="0" u="none" strike="noStrike" cap="none" normalizeH="0" baseline="0">
                          <a:ln>
                            <a:noFill/>
                          </a:ln>
                          <a:solidFill>
                            <a:sysClr val="windowText" lastClr="000000"/>
                          </a:solidFill>
                          <a:effectLst/>
                        </a:rPr>
                        <a:t>PA</a:t>
                      </a:r>
                      <a:endParaRPr kumimoji="1" lang="en-US" altLang="zh-TW" sz="16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gridSpan="4">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600" b="0" u="none" strike="noStrike" cap="none" normalizeH="0" baseline="0" dirty="0">
                          <a:ln>
                            <a:noFill/>
                          </a:ln>
                          <a:solidFill>
                            <a:sysClr val="windowText" lastClr="000000"/>
                          </a:solidFill>
                          <a:effectLst/>
                        </a:rPr>
                        <a:t>PB</a:t>
                      </a:r>
                      <a:endParaRPr kumimoji="1" lang="en-US" altLang="zh-TW" sz="1600" b="0" i="0" u="none" strike="noStrike" cap="none" normalizeH="0" baseline="0" dirty="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tc gridSpan="4">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600" b="0" u="none" strike="noStrike" cap="none" normalizeH="0" baseline="0">
                          <a:ln>
                            <a:noFill/>
                          </a:ln>
                          <a:solidFill>
                            <a:sysClr val="windowText" lastClr="000000"/>
                          </a:solidFill>
                          <a:effectLst/>
                        </a:rPr>
                        <a:t>FA</a:t>
                      </a:r>
                      <a:endParaRPr kumimoji="1" lang="en-US" altLang="zh-TW" sz="16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600" b="0" u="none" strike="noStrike" cap="none" normalizeH="0" baseline="0">
                          <a:ln>
                            <a:noFill/>
                          </a:ln>
                          <a:solidFill>
                            <a:sysClr val="windowText" lastClr="000000"/>
                          </a:solidFill>
                          <a:effectLst/>
                        </a:rPr>
                        <a:t>FB</a:t>
                      </a:r>
                      <a:endParaRPr kumimoji="1" lang="en-US" altLang="zh-TW" sz="16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extLst>
                  <a:ext uri="{0D108BD9-81ED-4DB2-BD59-A6C34878D82A}">
                    <a16:rowId xmlns:a16="http://schemas.microsoft.com/office/drawing/2014/main" val="10002"/>
                  </a:ext>
                </a:extLst>
              </a:tr>
              <a:tr h="357188">
                <a:tc rowSpan="4"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400" b="0" u="none" strike="noStrike" cap="none" normalizeH="0" baseline="0">
                          <a:ln>
                            <a:noFill/>
                          </a:ln>
                          <a:solidFill>
                            <a:sysClr val="windowText" lastClr="000000"/>
                          </a:solidFill>
                          <a:effectLst/>
                        </a:rPr>
                        <a:t>∵P</a:t>
                      </a:r>
                      <a:r>
                        <a:rPr kumimoji="1" lang="zh-TW" altLang="en-US" sz="1400" b="0" u="none" strike="noStrike" cap="none" normalizeH="0" baseline="0">
                          <a:ln>
                            <a:noFill/>
                          </a:ln>
                          <a:solidFill>
                            <a:sysClr val="windowText" lastClr="000000"/>
                          </a:solidFill>
                          <a:effectLst/>
                        </a:rPr>
                        <a:t>＝</a:t>
                      </a:r>
                      <a:r>
                        <a:rPr kumimoji="1" lang="en-US" altLang="zh-TW" sz="1400" b="0" u="none" strike="noStrike" cap="none" normalizeH="0" baseline="0">
                          <a:ln>
                            <a:noFill/>
                          </a:ln>
                          <a:solidFill>
                            <a:sysClr val="windowText" lastClr="000000"/>
                          </a:solidFill>
                          <a:effectLst/>
                        </a:rPr>
                        <a:t>past</a:t>
                      </a:r>
                      <a:r>
                        <a:rPr kumimoji="1" lang="zh-TW" altLang="en-US" sz="1400" b="0" u="none" strike="noStrike" cap="none" normalizeH="0" baseline="0">
                          <a:ln>
                            <a:noFill/>
                          </a:ln>
                          <a:solidFill>
                            <a:sysClr val="windowText" lastClr="000000"/>
                          </a:solidFill>
                          <a:effectLst/>
                        </a:rPr>
                        <a:t>，∴追認</a:t>
                      </a:r>
                      <a:endParaRPr kumimoji="1" lang="zh-TW" altLang="en-US" sz="1400" b="0" i="0" u="none" strike="noStrike" cap="none" normalizeH="0" baseline="0">
                        <a:ln>
                          <a:noFill/>
                        </a:ln>
                        <a:solidFill>
                          <a:sysClr val="windowText" lastClr="000000"/>
                        </a:solidFill>
                        <a:effectLst/>
                        <a:latin typeface="Times New Roman" pitchFamily="18" charset="0"/>
                        <a:ea typeface="新細明體" pitchFamily="18" charset="-120"/>
                      </a:endParaRPr>
                    </a:p>
                  </a:txBody>
                  <a:tcPr horzOverflow="overflow"/>
                </a:tc>
                <a:tc rowSpan="4" hMerge="1">
                  <a:txBody>
                    <a:bodyPr/>
                    <a:lstStyle/>
                    <a:p>
                      <a:endParaRPr lang="zh-TW" altLang="en-US"/>
                    </a:p>
                  </a:txBody>
                  <a:tcPr/>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dirty="0">
                          <a:ln>
                            <a:noFill/>
                          </a:ln>
                          <a:solidFill>
                            <a:sysClr val="windowText" lastClr="000000"/>
                          </a:solidFill>
                          <a:effectLst/>
                        </a:rPr>
                        <a:t>　</a:t>
                      </a:r>
                      <a:endParaRPr kumimoji="1" lang="zh-TW" altLang="en-US" sz="2400" b="0" i="0" u="none" strike="noStrike" cap="none" normalizeH="0" baseline="0" dirty="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rowSpan="4"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dirty="0">
                          <a:ln>
                            <a:noFill/>
                          </a:ln>
                          <a:solidFill>
                            <a:sysClr val="windowText" lastClr="000000"/>
                          </a:solidFill>
                          <a:effectLst/>
                        </a:rPr>
                        <a:t>∵F</a:t>
                      </a:r>
                      <a:r>
                        <a:rPr kumimoji="1" lang="zh-TW" altLang="en-US" sz="1200" b="0" u="none" strike="noStrike" cap="none" normalizeH="0" baseline="0" dirty="0">
                          <a:ln>
                            <a:noFill/>
                          </a:ln>
                          <a:solidFill>
                            <a:sysClr val="windowText" lastClr="000000"/>
                          </a:solidFill>
                          <a:effectLst/>
                        </a:rPr>
                        <a:t>＝</a:t>
                      </a:r>
                      <a:r>
                        <a:rPr kumimoji="1" lang="en-US" altLang="zh-TW" sz="1200" b="0" u="none" strike="noStrike" cap="none" normalizeH="0" baseline="0" dirty="0">
                          <a:ln>
                            <a:noFill/>
                          </a:ln>
                          <a:solidFill>
                            <a:sysClr val="windowText" lastClr="000000"/>
                          </a:solidFill>
                          <a:effectLst/>
                        </a:rPr>
                        <a:t>future</a:t>
                      </a:r>
                      <a:r>
                        <a:rPr kumimoji="1" lang="zh-TW" altLang="en-US" sz="1200" b="0" u="none" strike="noStrike" cap="none" normalizeH="0" baseline="0" dirty="0">
                          <a:ln>
                            <a:noFill/>
                          </a:ln>
                          <a:solidFill>
                            <a:sysClr val="windowText" lastClr="000000"/>
                          </a:solidFill>
                          <a:effectLst/>
                        </a:rPr>
                        <a:t>，∴審議</a:t>
                      </a:r>
                      <a:endParaRPr kumimoji="1" lang="zh-TW" altLang="en-US" sz="2400" b="0" i="0" u="none" strike="noStrike" cap="none" normalizeH="0" baseline="0" dirty="0">
                        <a:ln>
                          <a:noFill/>
                        </a:ln>
                        <a:solidFill>
                          <a:sysClr val="windowText" lastClr="000000"/>
                        </a:solidFill>
                        <a:effectLst/>
                        <a:latin typeface="Times New Roman" pitchFamily="18" charset="0"/>
                        <a:ea typeface="新細明體" pitchFamily="18" charset="-120"/>
                      </a:endParaRPr>
                    </a:p>
                  </a:txBody>
                  <a:tcPr horzOverflow="overflow"/>
                </a:tc>
                <a:tc rowSpan="4" hMerge="1">
                  <a:txBody>
                    <a:bodyPr/>
                    <a:lstStyle/>
                    <a:p>
                      <a:endParaRPr lang="zh-TW" altLang="en-US"/>
                    </a:p>
                  </a:txBody>
                  <a:tcPr/>
                </a:tc>
                <a:extLst>
                  <a:ext uri="{0D108BD9-81ED-4DB2-BD59-A6C34878D82A}">
                    <a16:rowId xmlns:a16="http://schemas.microsoft.com/office/drawing/2014/main" val="10003"/>
                  </a:ext>
                </a:extLst>
              </a:tr>
              <a:tr h="590550">
                <a:tc gridSpan="2" vMerge="1">
                  <a:txBody>
                    <a:bodyPr/>
                    <a:lstStyle/>
                    <a:p>
                      <a:endParaRPr lang="zh-TW" altLang="en-US"/>
                    </a:p>
                  </a:txBody>
                  <a:tcPr/>
                </a:tc>
                <a:tc hMerge="1" v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100" b="0" u="none" strike="noStrike" cap="none" normalizeH="0" baseline="0">
                          <a:ln>
                            <a:noFill/>
                          </a:ln>
                          <a:solidFill>
                            <a:sysClr val="windowText" lastClr="000000"/>
                          </a:solidFill>
                          <a:effectLst/>
                        </a:rPr>
                        <a:t>PA+PB</a:t>
                      </a:r>
                      <a:endParaRPr kumimoji="1" lang="en-US" altLang="zh-TW" sz="11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marL="90000" marR="90000" marT="46800" marB="46800" anchor="ctr" anchorCtr="1"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100" b="0" u="none" strike="noStrike" cap="none" normalizeH="0" baseline="0">
                          <a:ln>
                            <a:noFill/>
                          </a:ln>
                          <a:solidFill>
                            <a:sysClr val="windowText" lastClr="000000"/>
                          </a:solidFill>
                          <a:effectLst/>
                        </a:rPr>
                        <a:t>PA+PB</a:t>
                      </a:r>
                      <a:endParaRPr kumimoji="1" lang="en-US" altLang="zh-TW" sz="11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marL="90000" marR="90000" marT="46800" marB="46800" anchor="ctr" anchorCtr="1"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100" b="0" u="none" strike="noStrike" cap="none" normalizeH="0" baseline="0">
                          <a:ln>
                            <a:noFill/>
                          </a:ln>
                          <a:solidFill>
                            <a:sysClr val="windowText" lastClr="000000"/>
                          </a:solidFill>
                          <a:effectLst/>
                        </a:rPr>
                        <a:t>PA+PB</a:t>
                      </a:r>
                      <a:endParaRPr kumimoji="1" lang="en-US" altLang="zh-TW" sz="11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marL="90000" marR="90000" marT="46800" marB="46800" anchor="ctr" anchorCtr="1"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100" b="0" u="none" strike="noStrike" cap="none" normalizeH="0" baseline="0">
                          <a:ln>
                            <a:noFill/>
                          </a:ln>
                          <a:solidFill>
                            <a:sysClr val="windowText" lastClr="000000"/>
                          </a:solidFill>
                          <a:effectLst/>
                        </a:rPr>
                        <a:t>PA+PB</a:t>
                      </a:r>
                      <a:endParaRPr kumimoji="1" lang="en-US" altLang="zh-TW" sz="11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marL="90000" marR="90000" marT="46800" marB="46800" anchor="ctr" anchorCtr="1"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100" b="0" u="none" strike="noStrike" cap="none" normalizeH="0" baseline="0">
                          <a:ln>
                            <a:noFill/>
                          </a:ln>
                          <a:solidFill>
                            <a:sysClr val="windowText" lastClr="000000"/>
                          </a:solidFill>
                          <a:effectLst/>
                        </a:rPr>
                        <a:t>PA+PB</a:t>
                      </a:r>
                      <a:endParaRPr kumimoji="1" lang="en-US" altLang="zh-TW" sz="11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marL="90000" marR="90000" marT="46800" marB="46800" anchor="ctr" anchorCtr="1"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100" b="0" u="none" strike="noStrike" cap="none" normalizeH="0" baseline="0">
                          <a:ln>
                            <a:noFill/>
                          </a:ln>
                          <a:solidFill>
                            <a:sysClr val="windowText" lastClr="000000"/>
                          </a:solidFill>
                          <a:effectLst/>
                        </a:rPr>
                        <a:t>PA+PB</a:t>
                      </a:r>
                      <a:endParaRPr kumimoji="1" lang="en-US" altLang="zh-TW" sz="11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marL="90000" marR="90000" marT="46800" marB="46800" anchor="ctr" anchorCtr="1"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100" b="0" u="none" strike="noStrike" cap="none" normalizeH="0" baseline="0">
                          <a:ln>
                            <a:noFill/>
                          </a:ln>
                          <a:solidFill>
                            <a:sysClr val="windowText" lastClr="000000"/>
                          </a:solidFill>
                          <a:effectLst/>
                        </a:rPr>
                        <a:t>PA+PB</a:t>
                      </a:r>
                      <a:endParaRPr kumimoji="1" lang="en-US" altLang="zh-TW" sz="11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marL="90000" marR="90000" marT="46800" marB="46800" anchor="ctr" anchorCtr="1"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100" b="0" u="none" strike="noStrike" cap="none" normalizeH="0" baseline="0">
                          <a:ln>
                            <a:noFill/>
                          </a:ln>
                          <a:solidFill>
                            <a:sysClr val="windowText" lastClr="000000"/>
                          </a:solidFill>
                          <a:effectLst/>
                        </a:rPr>
                        <a:t>PA+PB</a:t>
                      </a:r>
                      <a:endParaRPr kumimoji="1" lang="en-US" altLang="zh-TW" sz="11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marL="90000" marR="90000" marT="46800" marB="46800" anchor="ctr" anchorCtr="1"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100" b="0" u="none" strike="noStrike" cap="none" normalizeH="0" baseline="0">
                          <a:ln>
                            <a:noFill/>
                          </a:ln>
                          <a:solidFill>
                            <a:sysClr val="windowText" lastClr="000000"/>
                          </a:solidFill>
                          <a:effectLst/>
                        </a:rPr>
                        <a:t>PA+PB</a:t>
                      </a:r>
                      <a:endParaRPr kumimoji="1" lang="en-US" altLang="zh-TW" sz="11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marL="90000" marR="90000" marT="46800" marB="46800" anchor="ctr" anchorCtr="1"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100" b="0" u="none" strike="noStrike" cap="none" normalizeH="0" baseline="0" dirty="0">
                          <a:ln>
                            <a:noFill/>
                          </a:ln>
                          <a:solidFill>
                            <a:sysClr val="windowText" lastClr="000000"/>
                          </a:solidFill>
                          <a:effectLst/>
                        </a:rPr>
                        <a:t>PA+PB</a:t>
                      </a:r>
                      <a:endParaRPr kumimoji="1" lang="en-US" altLang="zh-TW" sz="1100" b="0" i="0" u="none" strike="noStrike" cap="none" normalizeH="0" baseline="0" dirty="0">
                        <a:ln>
                          <a:noFill/>
                        </a:ln>
                        <a:solidFill>
                          <a:sysClr val="windowText" lastClr="000000"/>
                        </a:solidFill>
                        <a:effectLst/>
                        <a:latin typeface="Times New Roman" pitchFamily="18" charset="0"/>
                        <a:ea typeface="新細明體" pitchFamily="18" charset="-120"/>
                        <a:cs typeface="Times New Roman" pitchFamily="18" charset="0"/>
                      </a:endParaRPr>
                    </a:p>
                  </a:txBody>
                  <a:tcPr marL="90000" marR="90000" marT="46800" marB="46800" anchor="ctr" anchorCtr="1"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ctr" latinLnBrk="0" hangingPunct="1">
                        <a:lnSpc>
                          <a:spcPct val="100000"/>
                        </a:lnSpc>
                        <a:spcBef>
                          <a:spcPct val="0"/>
                        </a:spcBef>
                        <a:spcAft>
                          <a:spcPct val="0"/>
                        </a:spcAft>
                        <a:buClr>
                          <a:schemeClr val="accent1"/>
                        </a:buClr>
                        <a:buSzTx/>
                        <a:buFontTx/>
                        <a:buNone/>
                        <a:tabLst/>
                      </a:pPr>
                      <a:r>
                        <a:rPr kumimoji="1" lang="en-US" altLang="zh-TW" sz="1100" b="0" u="none" strike="noStrike" cap="none" normalizeH="0" baseline="0" dirty="0">
                          <a:ln>
                            <a:noFill/>
                          </a:ln>
                          <a:solidFill>
                            <a:sysClr val="windowText" lastClr="000000"/>
                          </a:solidFill>
                          <a:effectLst/>
                        </a:rPr>
                        <a:t>FA+PB</a:t>
                      </a:r>
                      <a:endParaRPr kumimoji="1" lang="en-US" altLang="zh-TW" sz="1100" b="0" i="0" u="none" strike="noStrike" cap="none" normalizeH="0" baseline="0" dirty="0">
                        <a:ln>
                          <a:noFill/>
                        </a:ln>
                        <a:solidFill>
                          <a:sysClr val="windowText" lastClr="000000"/>
                        </a:solidFill>
                        <a:effectLst/>
                        <a:latin typeface="Times New Roman" pitchFamily="18" charset="0"/>
                        <a:ea typeface="新細明體" pitchFamily="18" charset="-120"/>
                        <a:cs typeface="Times New Roman" pitchFamily="18" charset="0"/>
                      </a:endParaRPr>
                    </a:p>
                  </a:txBody>
                  <a:tcPr marL="90000" marR="90000" marT="46800" marB="46800" anchor="ctr" anchorCtr="1"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ctr" latinLnBrk="0" hangingPunct="1">
                        <a:lnSpc>
                          <a:spcPct val="100000"/>
                        </a:lnSpc>
                        <a:spcBef>
                          <a:spcPct val="0"/>
                        </a:spcBef>
                        <a:spcAft>
                          <a:spcPct val="0"/>
                        </a:spcAft>
                        <a:buClr>
                          <a:schemeClr val="accent1"/>
                        </a:buClr>
                        <a:buSzTx/>
                        <a:buFontTx/>
                        <a:buNone/>
                        <a:tabLst/>
                      </a:pPr>
                      <a:r>
                        <a:rPr kumimoji="1" lang="en-US" altLang="zh-TW" sz="1100" b="0" u="none" strike="noStrike" cap="none" normalizeH="0" baseline="0">
                          <a:ln>
                            <a:noFill/>
                          </a:ln>
                          <a:solidFill>
                            <a:sysClr val="windowText" lastClr="000000"/>
                          </a:solidFill>
                          <a:effectLst/>
                        </a:rPr>
                        <a:t>FA+FB</a:t>
                      </a:r>
                      <a:endParaRPr kumimoji="1" lang="en-US" altLang="zh-TW" sz="11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marL="90000" marR="90000" marT="46800" marB="46800" anchor="ctr" anchorCtr="1" horzOverflow="overflow"/>
                </a:tc>
                <a:tc h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10004"/>
                  </a:ext>
                </a:extLst>
              </a:tr>
              <a:tr h="1065212">
                <a:tc gridSpan="2" vMerge="1">
                  <a:txBody>
                    <a:bodyPr/>
                    <a:lstStyle/>
                    <a:p>
                      <a:endParaRPr lang="zh-TW" altLang="en-US"/>
                    </a:p>
                  </a:txBody>
                  <a:tcPr/>
                </a:tc>
                <a:tc hMerge="1" v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l" defTabSz="914400" rtl="0" eaLnBrk="1" fontAlgn="ctr"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a:ln>
                            <a:noFill/>
                          </a:ln>
                          <a:solidFill>
                            <a:sysClr val="windowText" lastClr="000000"/>
                          </a:solidFill>
                          <a:effectLst/>
                        </a:rPr>
                        <a:t>　</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endParaRPr>
                    </a:p>
                  </a:txBody>
                  <a:tcPr anchor="ct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a:t>
                      </a:r>
                      <a:r>
                        <a:rPr kumimoji="1" lang="zh-TW" altLang="en-US" sz="1200" b="0" u="none" strike="noStrike" cap="none" normalizeH="0" baseline="0">
                          <a:ln>
                            <a:noFill/>
                          </a:ln>
                          <a:solidFill>
                            <a:sysClr val="windowText" lastClr="000000"/>
                          </a:solidFill>
                          <a:effectLst/>
                        </a:rPr>
                        <a:t>月收支報表</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1-2</a:t>
                      </a:r>
                      <a:r>
                        <a:rPr kumimoji="1" lang="zh-TW" altLang="en-US" sz="1200" b="0" u="none" strike="noStrike" cap="none" normalizeH="0" baseline="0">
                          <a:ln>
                            <a:noFill/>
                          </a:ln>
                          <a:solidFill>
                            <a:sysClr val="windowText" lastClr="000000"/>
                          </a:solidFill>
                          <a:effectLst/>
                        </a:rPr>
                        <a:t>月收支報表</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1-3</a:t>
                      </a:r>
                      <a:r>
                        <a:rPr kumimoji="1" lang="zh-TW" altLang="en-US" sz="1200" b="0" u="none" strike="noStrike" cap="none" normalizeH="0" baseline="0">
                          <a:ln>
                            <a:noFill/>
                          </a:ln>
                          <a:solidFill>
                            <a:sysClr val="windowText" lastClr="000000"/>
                          </a:solidFill>
                          <a:effectLst/>
                        </a:rPr>
                        <a:t>月收支報表</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1-4</a:t>
                      </a:r>
                      <a:r>
                        <a:rPr kumimoji="1" lang="zh-TW" altLang="en-US" sz="1200" b="0" u="none" strike="noStrike" cap="none" normalizeH="0" baseline="0">
                          <a:ln>
                            <a:noFill/>
                          </a:ln>
                          <a:solidFill>
                            <a:sysClr val="windowText" lastClr="000000"/>
                          </a:solidFill>
                          <a:effectLst/>
                        </a:rPr>
                        <a:t>月收支報表</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1-5</a:t>
                      </a:r>
                      <a:r>
                        <a:rPr kumimoji="1" lang="zh-TW" altLang="en-US" sz="1200" b="0" u="none" strike="noStrike" cap="none" normalizeH="0" baseline="0">
                          <a:ln>
                            <a:noFill/>
                          </a:ln>
                          <a:solidFill>
                            <a:sysClr val="windowText" lastClr="000000"/>
                          </a:solidFill>
                          <a:effectLst/>
                        </a:rPr>
                        <a:t>月收支報表</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1-6</a:t>
                      </a:r>
                      <a:r>
                        <a:rPr kumimoji="1" lang="zh-TW" altLang="en-US" sz="1200" b="0" u="none" strike="noStrike" cap="none" normalizeH="0" baseline="0">
                          <a:ln>
                            <a:noFill/>
                          </a:ln>
                          <a:solidFill>
                            <a:sysClr val="windowText" lastClr="000000"/>
                          </a:solidFill>
                          <a:effectLst/>
                        </a:rPr>
                        <a:t>月收支報表</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1-7</a:t>
                      </a:r>
                      <a:r>
                        <a:rPr kumimoji="1" lang="zh-TW" altLang="en-US" sz="1200" b="0" u="none" strike="noStrike" cap="none" normalizeH="0" baseline="0">
                          <a:ln>
                            <a:noFill/>
                          </a:ln>
                          <a:solidFill>
                            <a:sysClr val="windowText" lastClr="000000"/>
                          </a:solidFill>
                          <a:effectLst/>
                        </a:rPr>
                        <a:t>月收支報表</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1-8</a:t>
                      </a:r>
                      <a:r>
                        <a:rPr kumimoji="1" lang="zh-TW" altLang="en-US" sz="1200" b="0" u="none" strike="noStrike" cap="none" normalizeH="0" baseline="0">
                          <a:ln>
                            <a:noFill/>
                          </a:ln>
                          <a:solidFill>
                            <a:sysClr val="windowText" lastClr="000000"/>
                          </a:solidFill>
                          <a:effectLst/>
                        </a:rPr>
                        <a:t>月收支報表</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1-9</a:t>
                      </a:r>
                      <a:r>
                        <a:rPr kumimoji="1" lang="zh-TW" altLang="en-US" sz="1200" b="0" u="none" strike="noStrike" cap="none" normalizeH="0" baseline="0">
                          <a:ln>
                            <a:noFill/>
                          </a:ln>
                          <a:solidFill>
                            <a:sysClr val="windowText" lastClr="000000"/>
                          </a:solidFill>
                          <a:effectLst/>
                        </a:rPr>
                        <a:t>月收支報表</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en-US" altLang="zh-TW" sz="1200" b="0" u="none" strike="noStrike" cap="none" normalizeH="0" baseline="0">
                          <a:ln>
                            <a:noFill/>
                          </a:ln>
                          <a:solidFill>
                            <a:sysClr val="windowText" lastClr="000000"/>
                          </a:solidFill>
                          <a:effectLst/>
                        </a:rPr>
                        <a:t>1-10</a:t>
                      </a:r>
                      <a:r>
                        <a:rPr kumimoji="1" lang="zh-TW" altLang="en-US" sz="1200" b="0" u="none" strike="noStrike" cap="none" normalizeH="0" baseline="0">
                          <a:ln>
                            <a:noFill/>
                          </a:ln>
                          <a:solidFill>
                            <a:sysClr val="windowText" lastClr="000000"/>
                          </a:solidFill>
                          <a:effectLst/>
                        </a:rPr>
                        <a:t>月收支報表</a:t>
                      </a:r>
                      <a:endParaRPr kumimoji="1" lang="zh-TW" altLang="en-US" sz="2400" b="0" i="0" u="none" strike="noStrike" cap="none" normalizeH="0" baseline="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hMerge="1">
                  <a:txBody>
                    <a:bodyPr/>
                    <a:lstStyle/>
                    <a:p>
                      <a:endParaRPr lang="zh-TW" altLang="en-US"/>
                    </a:p>
                  </a:txBody>
                  <a:tcPr/>
                </a:tc>
                <a:tc gridSpan="2">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dirty="0">
                          <a:ln>
                            <a:noFill/>
                          </a:ln>
                          <a:solidFill>
                            <a:sysClr val="windowText" lastClr="000000"/>
                          </a:solidFill>
                          <a:effectLst/>
                        </a:rPr>
                        <a:t>　</a:t>
                      </a:r>
                      <a:endParaRPr kumimoji="1" lang="zh-TW" altLang="en-US" sz="2400" b="0" i="0" u="none" strike="noStrike" cap="none" normalizeH="0" baseline="0" dirty="0">
                        <a:ln>
                          <a:noFill/>
                        </a:ln>
                        <a:solidFill>
                          <a:sysClr val="windowText" lastClr="000000"/>
                        </a:solidFill>
                        <a:effectLst/>
                        <a:latin typeface="Times New Roman" pitchFamily="18" charset="0"/>
                        <a:ea typeface="新細明體" pitchFamily="18" charset="-120"/>
                        <a:cs typeface="Times New Roman" pitchFamily="18" charset="0"/>
                      </a:endParaRPr>
                    </a:p>
                  </a:txBody>
                  <a:tcPr horzOverflow="overflow"/>
                </a:tc>
                <a:tc h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10005"/>
                  </a:ext>
                </a:extLst>
              </a:tr>
              <a:tr h="352425">
                <a:tc gridSpan="2" vMerge="1">
                  <a:txBody>
                    <a:bodyPr/>
                    <a:lstStyle/>
                    <a:p>
                      <a:endParaRPr lang="zh-TW" altLang="en-US"/>
                    </a:p>
                  </a:txBody>
                  <a:tcPr/>
                </a:tc>
                <a:tc hMerge="1" vMerge="1">
                  <a:txBody>
                    <a:bodyPr/>
                    <a:lstStyle/>
                    <a:p>
                      <a:endParaRPr lang="zh-TW" altLang="en-US"/>
                    </a:p>
                  </a:txBody>
                  <a:tcPr/>
                </a:tc>
                <a:tc gridSpan="24">
                  <a:txBody>
                    <a:bodyPr/>
                    <a:lstStyle>
                      <a:lvl1pPr eaLnBrk="0" hangingPunct="0">
                        <a:spcBef>
                          <a:spcPct val="20000"/>
                        </a:spcBef>
                        <a:buClr>
                          <a:schemeClr val="accent1"/>
                        </a:buClr>
                        <a:buFont typeface="Arial" pitchFamily="34" charset="0"/>
                        <a:defRPr sz="2800">
                          <a:solidFill>
                            <a:schemeClr val="tx1"/>
                          </a:solidFill>
                          <a:latin typeface="Arial" pitchFamily="34" charset="0"/>
                        </a:defRPr>
                      </a:lvl1pPr>
                      <a:lvl2pPr marL="742950" indent="-285750" eaLnBrk="0" hangingPunct="0">
                        <a:spcBef>
                          <a:spcPct val="20000"/>
                        </a:spcBef>
                        <a:buClr>
                          <a:schemeClr val="accent2"/>
                        </a:buClr>
                        <a:buFont typeface="Arial" pitchFamily="34" charset="0"/>
                        <a:defRPr sz="2400">
                          <a:solidFill>
                            <a:schemeClr val="tx1"/>
                          </a:solidFill>
                          <a:latin typeface="Arial" pitchFamily="34" charset="0"/>
                        </a:defRPr>
                      </a:lvl2pPr>
                      <a:lvl3pPr marL="1143000" indent="-228600" eaLnBrk="0" hangingPunct="0">
                        <a:spcBef>
                          <a:spcPct val="20000"/>
                        </a:spcBef>
                        <a:buClr>
                          <a:schemeClr val="hlink"/>
                        </a:buClr>
                        <a:buFont typeface="Arial" pitchFamily="34" charset="0"/>
                        <a:defRPr sz="2000">
                          <a:solidFill>
                            <a:schemeClr val="tx1"/>
                          </a:solidFill>
                          <a:latin typeface="Arial" pitchFamily="34" charset="0"/>
                        </a:defRPr>
                      </a:lvl3pPr>
                      <a:lvl4pPr marL="1600200" indent="-228600" eaLnBrk="0" hangingPunct="0">
                        <a:spcBef>
                          <a:spcPct val="20000"/>
                        </a:spcBef>
                        <a:buClr>
                          <a:schemeClr val="folHlink"/>
                        </a:buClr>
                        <a:buFont typeface="Arial" pitchFamily="34" charset="0"/>
                        <a:defRPr>
                          <a:solidFill>
                            <a:schemeClr val="tx1"/>
                          </a:solidFill>
                          <a:latin typeface="Arial" pitchFamily="34" charset="0"/>
                        </a:defRPr>
                      </a:lvl4pPr>
                      <a:lvl5pPr marL="2057400" indent="-228600" eaLnBrk="0" hangingPunct="0">
                        <a:spcBef>
                          <a:spcPct val="20000"/>
                        </a:spcBef>
                        <a:buFont typeface="Arial" pitchFamily="34" charset="0"/>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defRPr>
                          <a:solidFill>
                            <a:schemeClr val="tx1"/>
                          </a:solidFill>
                          <a:latin typeface="Arial" pitchFamily="34" charset="0"/>
                        </a:defRPr>
                      </a:lvl9pPr>
                    </a:lstStyle>
                    <a:p>
                      <a:pPr marL="0" marR="0" lvl="0" indent="0" algn="ctr" defTabSz="914400" rtl="0" eaLnBrk="1" fontAlgn="t" latinLnBrk="0" hangingPunct="1">
                        <a:lnSpc>
                          <a:spcPct val="100000"/>
                        </a:lnSpc>
                        <a:spcBef>
                          <a:spcPct val="0"/>
                        </a:spcBef>
                        <a:spcAft>
                          <a:spcPct val="0"/>
                        </a:spcAft>
                        <a:buClr>
                          <a:schemeClr val="accent1"/>
                        </a:buClr>
                        <a:buSzTx/>
                        <a:buFontTx/>
                        <a:buNone/>
                        <a:tabLst/>
                      </a:pPr>
                      <a:r>
                        <a:rPr kumimoji="1" lang="zh-TW" altLang="en-US" sz="1200" b="0" u="none" strike="noStrike" cap="none" normalizeH="0" baseline="0" dirty="0">
                          <a:ln>
                            <a:noFill/>
                          </a:ln>
                          <a:solidFill>
                            <a:sysClr val="windowText" lastClr="000000"/>
                          </a:solidFill>
                          <a:effectLst/>
                        </a:rPr>
                        <a:t>財產清冊（財產目錄）</a:t>
                      </a:r>
                      <a:r>
                        <a:rPr kumimoji="1" lang="en-US" altLang="zh-TW" sz="1200" b="0" u="none" strike="noStrike" cap="none" normalizeH="0" baseline="0" dirty="0">
                          <a:ln>
                            <a:noFill/>
                          </a:ln>
                          <a:solidFill>
                            <a:sysClr val="windowText" lastClr="000000"/>
                          </a:solidFill>
                          <a:effectLst/>
                        </a:rPr>
                        <a:t>【</a:t>
                      </a:r>
                      <a:r>
                        <a:rPr kumimoji="1" lang="zh-TW" altLang="en-US" sz="1200" b="0" u="none" strike="noStrike" cap="none" normalizeH="0" baseline="0" dirty="0">
                          <a:ln>
                            <a:noFill/>
                          </a:ln>
                          <a:solidFill>
                            <a:sysClr val="windowText" lastClr="000000"/>
                          </a:solidFill>
                          <a:effectLst/>
                        </a:rPr>
                        <a:t>隨時更新</a:t>
                      </a:r>
                      <a:r>
                        <a:rPr kumimoji="1" lang="en-US" altLang="zh-TW" sz="1200" b="0" u="none" strike="noStrike" cap="none" normalizeH="0" baseline="0" dirty="0">
                          <a:ln>
                            <a:noFill/>
                          </a:ln>
                          <a:solidFill>
                            <a:sysClr val="windowText" lastClr="000000"/>
                          </a:solidFill>
                          <a:effectLst/>
                        </a:rPr>
                        <a:t>】</a:t>
                      </a:r>
                      <a:endParaRPr kumimoji="1" lang="en-US" altLang="zh-TW" sz="2400" b="0" i="0" u="none" strike="noStrike" cap="none" normalizeH="0" baseline="0" dirty="0">
                        <a:ln>
                          <a:noFill/>
                        </a:ln>
                        <a:solidFill>
                          <a:sysClr val="windowText" lastClr="000000"/>
                        </a:solidFill>
                        <a:effectLst/>
                        <a:latin typeface="Times New Roman" pitchFamily="18" charset="0"/>
                        <a:ea typeface="新細明體" pitchFamily="18" charset="-120"/>
                      </a:endParaRPr>
                    </a:p>
                  </a:txBody>
                  <a:tcPr horzOverflow="overflow"/>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10006"/>
                  </a:ext>
                </a:extLst>
              </a:tr>
            </a:tbl>
          </a:graphicData>
        </a:graphic>
      </p:graphicFrame>
      <p:sp>
        <p:nvSpPr>
          <p:cNvPr id="42113" name="Rectangle 130"/>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FEF926"/>
                </a:solidFill>
              </a:rPr>
              <a:t>☆</a:t>
            </a:r>
            <a:endParaRPr lang="zh-TW" altLang="en-US" sz="1800">
              <a:solidFill>
                <a:srgbClr val="FEF926"/>
              </a:solidFill>
            </a:endParaRPr>
          </a:p>
        </p:txBody>
      </p:sp>
      <p:sp>
        <p:nvSpPr>
          <p:cNvPr id="7" name="文字方塊 6"/>
          <p:cNvSpPr txBox="1"/>
          <p:nvPr/>
        </p:nvSpPr>
        <p:spPr>
          <a:xfrm>
            <a:off x="6228184" y="6309320"/>
            <a:ext cx="2994517" cy="553998"/>
          </a:xfrm>
          <a:prstGeom prst="rect">
            <a:avLst/>
          </a:prstGeom>
          <a:noFill/>
        </p:spPr>
        <p:txBody>
          <a:bodyPr wrap="square" rtlCol="0">
            <a:spAutoFit/>
          </a:bodyPr>
          <a:lstStyle/>
          <a:p>
            <a:r>
              <a:rPr lang="zh-TW" altLang="en-US" sz="1200" dirty="0">
                <a:solidFill>
                  <a:srgbClr val="C812C4"/>
                </a:solidFill>
                <a:latin typeface="華康中特圓體" pitchFamily="49" charset="-120"/>
                <a:ea typeface="華康中特圓體" pitchFamily="49" charset="-120"/>
                <a:cs typeface="華康儷粗宋" pitchFamily="49" charset="-120"/>
              </a:rPr>
              <a:t>資料來源</a:t>
            </a:r>
            <a:r>
              <a:rPr lang="en-US" altLang="zh-TW" sz="1200" dirty="0">
                <a:solidFill>
                  <a:srgbClr val="C812C4"/>
                </a:solidFill>
                <a:latin typeface="華康中特圓體" pitchFamily="49" charset="-120"/>
                <a:ea typeface="華康中特圓體" pitchFamily="49" charset="-120"/>
                <a:cs typeface="華康儷粗宋" pitchFamily="49" charset="-120"/>
              </a:rPr>
              <a:t>:</a:t>
            </a:r>
            <a:r>
              <a:rPr lang="zh-TW" altLang="en-US" sz="1200"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286114367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type="body" idx="4294967295"/>
          </p:nvPr>
        </p:nvSpPr>
        <p:spPr>
          <a:xfrm>
            <a:off x="539552" y="1052513"/>
            <a:ext cx="7992888" cy="5616847"/>
          </a:xfrm>
        </p:spPr>
        <p:txBody>
          <a:bodyPr>
            <a:normAutofit fontScale="92500" lnSpcReduction="20000"/>
          </a:bodyPr>
          <a:lstStyle/>
          <a:p>
            <a:pPr eaLnBrk="1" hangingPunct="1">
              <a:lnSpc>
                <a:spcPct val="90000"/>
              </a:lnSpc>
            </a:pPr>
            <a:r>
              <a:rPr lang="zh-TW" altLang="en-US" sz="2800" b="1" dirty="0">
                <a:latin typeface="標楷體" panose="03000509000000000000" pitchFamily="65" charset="-120"/>
                <a:ea typeface="標楷體" panose="03000509000000000000" pitchFamily="65" charset="-120"/>
              </a:rPr>
              <a:t>收入</a:t>
            </a:r>
            <a:r>
              <a:rPr lang="zh-TW" altLang="en-US" sz="2800" dirty="0">
                <a:latin typeface="標楷體" panose="03000509000000000000" pitchFamily="65" charset="-120"/>
                <a:ea typeface="標楷體" panose="03000509000000000000" pitchFamily="65" charset="-120"/>
              </a:rPr>
              <a:t>：*入會費、*常年會費、事業費、*會員捐款、*補助收入、委託收益、會員服務收入、*專案計畫收入、其他收入</a:t>
            </a:r>
          </a:p>
          <a:p>
            <a:pPr eaLnBrk="1" hangingPunct="1">
              <a:lnSpc>
                <a:spcPct val="90000"/>
              </a:lnSpc>
            </a:pPr>
            <a:r>
              <a:rPr lang="zh-TW" altLang="en-US" sz="2800" b="1" dirty="0">
                <a:latin typeface="標楷體" panose="03000509000000000000" pitchFamily="65" charset="-120"/>
                <a:ea typeface="標楷體" panose="03000509000000000000" pitchFamily="65" charset="-120"/>
              </a:rPr>
              <a:t>支出</a:t>
            </a:r>
            <a:r>
              <a:rPr lang="zh-TW" altLang="en-US" sz="2800" dirty="0">
                <a:latin typeface="標楷體" panose="03000509000000000000" pitchFamily="65" charset="-120"/>
                <a:ea typeface="標楷體" panose="03000509000000000000" pitchFamily="65" charset="-120"/>
              </a:rPr>
              <a:t>：</a:t>
            </a:r>
            <a:endParaRPr lang="en-US" altLang="zh-TW" sz="2800" dirty="0">
              <a:latin typeface="標楷體" panose="03000509000000000000" pitchFamily="65" charset="-120"/>
              <a:ea typeface="標楷體" panose="03000509000000000000" pitchFamily="65" charset="-120"/>
            </a:endParaRPr>
          </a:p>
          <a:p>
            <a:pPr eaLnBrk="1" hangingPunct="1">
              <a:lnSpc>
                <a:spcPct val="90000"/>
              </a:lnSpc>
            </a:pPr>
            <a:r>
              <a:rPr lang="zh-TW" altLang="en-US" sz="2800" dirty="0">
                <a:latin typeface="標楷體" panose="03000509000000000000" pitchFamily="65" charset="-120"/>
                <a:ea typeface="標楷體" panose="03000509000000000000" pitchFamily="65" charset="-120"/>
              </a:rPr>
              <a:t>*人事費</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薪資</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車馬</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保險</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獎金</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加班</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其他</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a:t>
            </a:r>
            <a:endParaRPr lang="en-US" altLang="zh-TW" sz="2800" dirty="0">
              <a:latin typeface="標楷體" panose="03000509000000000000" pitchFamily="65" charset="-120"/>
              <a:ea typeface="標楷體" panose="03000509000000000000" pitchFamily="65" charset="-120"/>
            </a:endParaRPr>
          </a:p>
          <a:p>
            <a:pPr eaLnBrk="1" hangingPunct="1">
              <a:lnSpc>
                <a:spcPct val="90000"/>
              </a:lnSpc>
            </a:pPr>
            <a:r>
              <a:rPr lang="zh-TW" altLang="en-US" sz="2800" dirty="0">
                <a:latin typeface="標楷體" panose="03000509000000000000" pitchFamily="65" charset="-120"/>
                <a:ea typeface="標楷體" panose="03000509000000000000" pitchFamily="65" charset="-120"/>
              </a:rPr>
              <a:t>*辦公費</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文具</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書報</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印刷</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水電燃料</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旅運</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郵電</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大樓管理</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租賦</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修繕維護</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財產保險</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公共關係</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人事查核</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其他</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a:t>
            </a:r>
            <a:endParaRPr lang="en-US" altLang="zh-TW" sz="2800" dirty="0">
              <a:latin typeface="標楷體" panose="03000509000000000000" pitchFamily="65" charset="-120"/>
              <a:ea typeface="標楷體" panose="03000509000000000000" pitchFamily="65" charset="-120"/>
            </a:endParaRPr>
          </a:p>
          <a:p>
            <a:pPr eaLnBrk="1" hangingPunct="1">
              <a:lnSpc>
                <a:spcPct val="90000"/>
              </a:lnSpc>
            </a:pPr>
            <a:r>
              <a:rPr lang="zh-TW" altLang="en-US" sz="2800" dirty="0">
                <a:latin typeface="標楷體" panose="03000509000000000000" pitchFamily="65" charset="-120"/>
                <a:ea typeface="標楷體" panose="03000509000000000000" pitchFamily="65" charset="-120"/>
              </a:rPr>
              <a:t>*業務費</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會議</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聯誼活動</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業務推展</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展覽</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考察觀摩</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會刊編印</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調查統計</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接受委託業務</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內部作業組織業務</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研究發展</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社會服務</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其他</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a:t>
            </a:r>
            <a:endParaRPr lang="en-US" altLang="zh-TW" sz="2800" dirty="0">
              <a:latin typeface="標楷體" panose="03000509000000000000" pitchFamily="65" charset="-120"/>
              <a:ea typeface="標楷體" panose="03000509000000000000" pitchFamily="65" charset="-120"/>
            </a:endParaRPr>
          </a:p>
          <a:p>
            <a:pPr eaLnBrk="1" hangingPunct="1">
              <a:lnSpc>
                <a:spcPct val="90000"/>
              </a:lnSpc>
            </a:pPr>
            <a:r>
              <a:rPr lang="zh-TW" altLang="en-US" sz="2800" dirty="0">
                <a:latin typeface="標楷體" panose="03000509000000000000" pitchFamily="65" charset="-120"/>
                <a:ea typeface="標楷體" panose="03000509000000000000" pitchFamily="65" charset="-120"/>
              </a:rPr>
              <a:t>*購置費、折舊、繳納上級團體會費、繳納其他團體會費、捐助費、</a:t>
            </a:r>
            <a:endParaRPr lang="en-US" altLang="zh-TW" sz="2800" dirty="0">
              <a:latin typeface="標楷體" panose="03000509000000000000" pitchFamily="65" charset="-120"/>
              <a:ea typeface="標楷體" panose="03000509000000000000" pitchFamily="65" charset="-120"/>
            </a:endParaRPr>
          </a:p>
          <a:p>
            <a:pPr eaLnBrk="1" hangingPunct="1">
              <a:lnSpc>
                <a:spcPct val="90000"/>
              </a:lnSpc>
            </a:pPr>
            <a:r>
              <a:rPr lang="zh-TW" altLang="en-US" sz="2800" dirty="0">
                <a:latin typeface="標楷體" panose="03000509000000000000" pitchFamily="65" charset="-120"/>
                <a:ea typeface="標楷體" panose="03000509000000000000" pitchFamily="65" charset="-120"/>
              </a:rPr>
              <a:t>*專案計畫支出、</a:t>
            </a:r>
            <a:endParaRPr lang="en-US" altLang="zh-TW" sz="2800" dirty="0">
              <a:latin typeface="標楷體" panose="03000509000000000000" pitchFamily="65" charset="-120"/>
              <a:ea typeface="標楷體" panose="03000509000000000000" pitchFamily="65" charset="-120"/>
            </a:endParaRPr>
          </a:p>
          <a:p>
            <a:pPr eaLnBrk="1" hangingPunct="1">
              <a:lnSpc>
                <a:spcPct val="90000"/>
              </a:lnSpc>
            </a:pPr>
            <a:r>
              <a:rPr lang="zh-TW" altLang="en-US" sz="2800" dirty="0">
                <a:latin typeface="標楷體" panose="03000509000000000000" pitchFamily="65" charset="-120"/>
                <a:ea typeface="標楷體" panose="03000509000000000000" pitchFamily="65" charset="-120"/>
              </a:rPr>
              <a:t>*雜項支出、</a:t>
            </a:r>
            <a:endParaRPr lang="en-US" altLang="zh-TW" sz="2800" dirty="0">
              <a:latin typeface="標楷體" panose="03000509000000000000" pitchFamily="65" charset="-120"/>
              <a:ea typeface="標楷體" panose="03000509000000000000" pitchFamily="65" charset="-120"/>
            </a:endParaRPr>
          </a:p>
          <a:p>
            <a:pPr eaLnBrk="1" hangingPunct="1">
              <a:lnSpc>
                <a:spcPct val="90000"/>
              </a:lnSpc>
            </a:pPr>
            <a:r>
              <a:rPr lang="zh-TW" altLang="en-US" sz="2800" dirty="0">
                <a:latin typeface="標楷體" panose="03000509000000000000" pitchFamily="65" charset="-120"/>
                <a:ea typeface="標楷體" panose="03000509000000000000" pitchFamily="65" charset="-120"/>
              </a:rPr>
              <a:t>*預備金、提撥基金</a:t>
            </a:r>
          </a:p>
        </p:txBody>
      </p:sp>
      <p:sp>
        <p:nvSpPr>
          <p:cNvPr id="43011" name="Rectangle 4"/>
          <p:cNvSpPr>
            <a:spLocks noGrp="1" noChangeArrowheads="1"/>
          </p:cNvSpPr>
          <p:nvPr>
            <p:ph type="title" idx="4294967295"/>
          </p:nvPr>
        </p:nvSpPr>
        <p:spPr>
          <a:xfrm>
            <a:off x="2411413" y="115888"/>
            <a:ext cx="4319587" cy="936625"/>
          </a:xfrm>
          <a:noFill/>
          <a:extLst>
            <a:ext uri="{909E8E84-426E-40DD-AFC4-6F175D3DCCD1}">
              <a14:hiddenFill xmlns:a14="http://schemas.microsoft.com/office/drawing/2010/main">
                <a:gradFill rotWithShape="1">
                  <a:gsLst>
                    <a:gs pos="0">
                      <a:srgbClr val="FFFF00"/>
                    </a:gs>
                    <a:gs pos="100000">
                      <a:srgbClr val="000000"/>
                    </a:gs>
                  </a:gsLst>
                  <a:path path="shape">
                    <a:fillToRect l="50000" t="50000" r="50000" b="50000"/>
                  </a:path>
                </a:gradFill>
              </a14:hiddenFill>
            </a:ext>
          </a:extLst>
        </p:spPr>
        <p:txBody>
          <a:bodyPr/>
          <a:lstStyle/>
          <a:p>
            <a:pPr eaLnBrk="1" hangingPunct="1"/>
            <a:r>
              <a:rPr lang="zh-TW" altLang="en-US" b="0">
                <a:solidFill>
                  <a:schemeClr val="tx1"/>
                </a:solidFill>
                <a:effectLst/>
                <a:latin typeface="華康POP3體W12" pitchFamily="81" charset="-120"/>
                <a:ea typeface="華康POP3體W12" pitchFamily="81" charset="-120"/>
              </a:rPr>
              <a:t>收支科目種類 </a:t>
            </a:r>
          </a:p>
        </p:txBody>
      </p:sp>
      <p:sp>
        <p:nvSpPr>
          <p:cNvPr id="43012" name="Rectangle 5"/>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FEF926"/>
                </a:solidFill>
              </a:rPr>
              <a:t>☆</a:t>
            </a:r>
            <a:endParaRPr lang="zh-TW" altLang="en-US" sz="1800">
              <a:solidFill>
                <a:srgbClr val="FEF926"/>
              </a:solidFill>
            </a:endParaRPr>
          </a:p>
        </p:txBody>
      </p:sp>
      <p:sp>
        <p:nvSpPr>
          <p:cNvPr id="5" name="文字方塊 4"/>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82776535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body" idx="4294967295"/>
          </p:nvPr>
        </p:nvSpPr>
        <p:spPr>
          <a:xfrm>
            <a:off x="23813" y="1268413"/>
            <a:ext cx="9144000" cy="4968875"/>
          </a:xfrm>
          <a:extLst>
            <a:ext uri="{909E8E84-426E-40DD-AFC4-6F175D3DCCD1}">
              <a14:hiddenFill xmlns:a14="http://schemas.microsoft.com/office/drawing/2010/main">
                <a:solidFill>
                  <a:srgbClr val="262626"/>
                </a:solidFill>
              </a14:hiddenFill>
            </a:ext>
          </a:extLst>
        </p:spPr>
        <p:txBody>
          <a:bodyPr/>
          <a:lstStyle/>
          <a:p>
            <a:pPr eaLnBrk="1" hangingPunct="1">
              <a:lnSpc>
                <a:spcPct val="80000"/>
              </a:lnSpc>
            </a:pPr>
            <a:r>
              <a:rPr lang="zh-TW" altLang="en-US" sz="2400" dirty="0">
                <a:ea typeface="標楷體" panose="03000509000000000000" pitchFamily="65" charset="-120"/>
              </a:rPr>
              <a:t>第十二條</a:t>
            </a:r>
            <a:br>
              <a:rPr lang="zh-TW" altLang="en-US" sz="2400" dirty="0">
                <a:ea typeface="標楷體" panose="03000509000000000000" pitchFamily="65" charset="-120"/>
              </a:rPr>
            </a:br>
            <a:r>
              <a:rPr lang="zh-TW" altLang="en-US" sz="2400" dirty="0">
                <a:ea typeface="標楷體" panose="03000509000000000000" pitchFamily="65" charset="-120"/>
              </a:rPr>
              <a:t>社會團體應於</a:t>
            </a:r>
            <a:r>
              <a:rPr lang="zh-TW" altLang="en-US" sz="2400" b="1" dirty="0">
                <a:solidFill>
                  <a:srgbClr val="FF3300"/>
                </a:solidFill>
                <a:ea typeface="標楷體" panose="03000509000000000000" pitchFamily="65" charset="-120"/>
              </a:rPr>
              <a:t>年度開始前二個月由理事會編造年度工作計畫及收支預算表</a:t>
            </a:r>
            <a:r>
              <a:rPr lang="zh-TW" altLang="en-US" sz="2400" dirty="0">
                <a:ea typeface="標楷體" panose="03000509000000000000" pitchFamily="65" charset="-120"/>
              </a:rPr>
              <a:t>，提經會員（會員代表）大會通過後，於年度開始前報請主管機關核備。因故未能如期召開會員（會員代表）大會者，可先經各該團體理事監事聯席會議通過，呈報主管機關，事後提報大會討論通過後再報請主管機關核備。</a:t>
            </a:r>
            <a:br>
              <a:rPr lang="zh-TW" altLang="en-US" sz="2400" dirty="0">
                <a:ea typeface="標楷體" panose="03000509000000000000" pitchFamily="65" charset="-120"/>
              </a:rPr>
            </a:br>
            <a:r>
              <a:rPr lang="zh-TW" altLang="en-US" sz="2400" dirty="0">
                <a:ea typeface="標楷體" panose="03000509000000000000" pitchFamily="65" charset="-120"/>
              </a:rPr>
              <a:t>前項收支預算表格式如附件五。</a:t>
            </a:r>
            <a:br>
              <a:rPr lang="zh-TW" altLang="en-US" sz="2400" dirty="0">
                <a:ea typeface="標楷體" panose="03000509000000000000" pitchFamily="65" charset="-120"/>
              </a:rPr>
            </a:br>
            <a:endParaRPr lang="zh-TW" altLang="en-US" sz="2400" dirty="0">
              <a:ea typeface="標楷體" panose="03000509000000000000" pitchFamily="65" charset="-120"/>
            </a:endParaRPr>
          </a:p>
          <a:p>
            <a:pPr eaLnBrk="1" hangingPunct="1">
              <a:lnSpc>
                <a:spcPct val="80000"/>
              </a:lnSpc>
            </a:pPr>
            <a:r>
              <a:rPr lang="zh-TW" altLang="en-US" sz="2400" dirty="0">
                <a:ea typeface="標楷體" panose="03000509000000000000" pitchFamily="65" charset="-120"/>
              </a:rPr>
              <a:t>第十三條</a:t>
            </a:r>
            <a:br>
              <a:rPr lang="zh-TW" altLang="en-US" sz="2400" dirty="0">
                <a:ea typeface="標楷體" panose="03000509000000000000" pitchFamily="65" charset="-120"/>
              </a:rPr>
            </a:br>
            <a:r>
              <a:rPr lang="zh-TW" altLang="en-US" sz="2400" dirty="0">
                <a:ea typeface="標楷體" panose="03000509000000000000" pitchFamily="65" charset="-120"/>
              </a:rPr>
              <a:t>社會團體應於</a:t>
            </a:r>
            <a:r>
              <a:rPr lang="zh-TW" altLang="en-US" sz="2400" b="1" dirty="0">
                <a:solidFill>
                  <a:srgbClr val="FF3300"/>
                </a:solidFill>
                <a:ea typeface="標楷體" panose="03000509000000000000" pitchFamily="65" charset="-120"/>
              </a:rPr>
              <a:t>年度終了後二個月內由理事會編造當年度工作報告、收支決算表</a:t>
            </a:r>
            <a:r>
              <a:rPr lang="zh-TW" altLang="en-US" sz="2400" dirty="0">
                <a:ea typeface="標楷體" panose="03000509000000000000" pitchFamily="65" charset="-120"/>
              </a:rPr>
              <a:t>，連同現金出納表、資產負債表、財產目錄及基金收支表，送監事會審核，</a:t>
            </a:r>
            <a:r>
              <a:rPr lang="zh-TW" altLang="en-US" sz="2400" u="sng" dirty="0">
                <a:ea typeface="標楷體" panose="03000509000000000000" pitchFamily="65" charset="-120"/>
              </a:rPr>
              <a:t>造具審核意見書</a:t>
            </a:r>
            <a:r>
              <a:rPr lang="zh-TW" altLang="en-US" sz="2400" dirty="0">
                <a:ea typeface="標楷體" panose="03000509000000000000" pitchFamily="65" charset="-120"/>
              </a:rPr>
              <a:t>，送還理事會，提經會員（會員代表）大會通過後，於三月底前報請主管機關核備。因故未能如期召開會員（會員代表）大會者，可先經各該團體理事監事聯席會議通過，呈報主管機關，事後提報大會討論通過後再報請主管機關核備。</a:t>
            </a:r>
            <a:endParaRPr lang="zh-TW" altLang="en-US" sz="1800" dirty="0">
              <a:ea typeface="新細明體" panose="02020500000000000000" pitchFamily="18" charset="-120"/>
            </a:endParaRPr>
          </a:p>
        </p:txBody>
      </p:sp>
      <p:sp>
        <p:nvSpPr>
          <p:cNvPr id="44035" name="Rectangle 4"/>
          <p:cNvSpPr>
            <a:spLocks noGrp="1" noChangeArrowheads="1"/>
          </p:cNvSpPr>
          <p:nvPr>
            <p:ph type="title" idx="4294967295"/>
          </p:nvPr>
        </p:nvSpPr>
        <p:spPr>
          <a:xfrm>
            <a:off x="971550" y="476250"/>
            <a:ext cx="7200900" cy="719138"/>
          </a:xfrm>
          <a:noFill/>
          <a:extLst>
            <a:ext uri="{909E8E84-426E-40DD-AFC4-6F175D3DCCD1}">
              <a14:hiddenFill xmlns:a14="http://schemas.microsoft.com/office/drawing/2010/main">
                <a:gradFill rotWithShape="1">
                  <a:gsLst>
                    <a:gs pos="0">
                      <a:srgbClr val="FFFF00"/>
                    </a:gs>
                    <a:gs pos="100000">
                      <a:srgbClr val="000000"/>
                    </a:gs>
                  </a:gsLst>
                  <a:path path="shape">
                    <a:fillToRect l="50000" t="50000" r="50000" b="50000"/>
                  </a:path>
                </a:gradFill>
              </a14:hiddenFill>
            </a:ext>
          </a:extLst>
        </p:spPr>
        <p:txBody>
          <a:bodyPr/>
          <a:lstStyle/>
          <a:p>
            <a:pPr algn="ctr" eaLnBrk="1" hangingPunct="1">
              <a:lnSpc>
                <a:spcPct val="50000"/>
              </a:lnSpc>
            </a:pPr>
            <a:r>
              <a:rPr lang="zh-TW" altLang="en-US" sz="4200" b="0">
                <a:solidFill>
                  <a:schemeClr val="tx1"/>
                </a:solidFill>
                <a:effectLst/>
                <a:latin typeface="華康POP3體W12" pitchFamily="81" charset="-120"/>
                <a:ea typeface="華康POP3體W12" pitchFamily="81" charset="-120"/>
              </a:rPr>
              <a:t>預決算編列依據</a:t>
            </a:r>
            <a:r>
              <a:rPr lang="en-US" altLang="zh-TW" sz="1900" b="0">
                <a:solidFill>
                  <a:schemeClr val="tx1"/>
                </a:solidFill>
                <a:effectLst/>
                <a:latin typeface="華康POP3體W12" pitchFamily="81" charset="-120"/>
                <a:ea typeface="華康POP3體W12" pitchFamily="81" charset="-120"/>
              </a:rPr>
              <a:t>(</a:t>
            </a:r>
            <a:r>
              <a:rPr lang="zh-TW" altLang="en-US" sz="1900" b="0">
                <a:solidFill>
                  <a:schemeClr val="tx1"/>
                </a:solidFill>
                <a:effectLst/>
                <a:latin typeface="華康POP3體W12" pitchFamily="81" charset="-120"/>
                <a:ea typeface="華康POP3體W12" pitchFamily="81" charset="-120"/>
              </a:rPr>
              <a:t>社會團體財務處理辦法</a:t>
            </a:r>
            <a:r>
              <a:rPr lang="en-US" altLang="zh-TW" sz="1900" b="0">
                <a:solidFill>
                  <a:schemeClr val="tx1"/>
                </a:solidFill>
                <a:effectLst/>
                <a:latin typeface="華康POP3體W12" pitchFamily="81" charset="-120"/>
                <a:ea typeface="華康POP3體W12" pitchFamily="81" charset="-120"/>
              </a:rPr>
              <a:t>)</a:t>
            </a:r>
            <a:r>
              <a:rPr lang="en-US" altLang="zh-TW" sz="5600">
                <a:solidFill>
                  <a:schemeClr val="tx1"/>
                </a:solidFill>
                <a:effectLst/>
                <a:latin typeface="華康POP3體W12" pitchFamily="81" charset="-120"/>
                <a:ea typeface="華康POP3體W12" pitchFamily="81" charset="-120"/>
              </a:rPr>
              <a:t> </a:t>
            </a:r>
          </a:p>
        </p:txBody>
      </p:sp>
      <p:sp>
        <p:nvSpPr>
          <p:cNvPr id="4" name="文字方塊 3"/>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395599770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標題 1"/>
          <p:cNvSpPr>
            <a:spLocks noGrp="1"/>
          </p:cNvSpPr>
          <p:nvPr>
            <p:ph type="title" idx="4294967295"/>
          </p:nvPr>
        </p:nvSpPr>
        <p:spPr>
          <a:xfrm>
            <a:off x="909638" y="165100"/>
            <a:ext cx="7839075" cy="649288"/>
          </a:xfrm>
          <a:noFill/>
        </p:spPr>
        <p:txBody>
          <a:bodyPr>
            <a:normAutofit fontScale="90000"/>
          </a:bodyPr>
          <a:lstStyle/>
          <a:p>
            <a:pPr algn="ctr" eaLnBrk="1" hangingPunct="1"/>
            <a:r>
              <a:rPr lang="zh-TW" altLang="en-US" sz="4600">
                <a:effectLst/>
                <a:ea typeface="華康新特黑體" pitchFamily="49" charset="-120"/>
              </a:rPr>
              <a:t>社區收支報表（理監事會）</a:t>
            </a:r>
          </a:p>
        </p:txBody>
      </p:sp>
      <p:pic>
        <p:nvPicPr>
          <p:cNvPr id="4505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054100"/>
            <a:ext cx="8137525"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1071563" y="1285875"/>
            <a:ext cx="1143000" cy="2143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defRPr/>
            </a:pPr>
            <a:endParaRPr kumimoji="1" lang="zh-TW" altLang="en-US" b="0">
              <a:solidFill>
                <a:srgbClr val="FFFFFF"/>
              </a:solidFill>
              <a:ea typeface="新細明體" pitchFamily="18" charset="-120"/>
            </a:endParaRPr>
          </a:p>
        </p:txBody>
      </p:sp>
      <p:sp>
        <p:nvSpPr>
          <p:cNvPr id="2" name="文字方塊 1"/>
          <p:cNvSpPr txBox="1">
            <a:spLocks noChangeArrowheads="1"/>
          </p:cNvSpPr>
          <p:nvPr/>
        </p:nvSpPr>
        <p:spPr bwMode="auto">
          <a:xfrm>
            <a:off x="3779838" y="3317875"/>
            <a:ext cx="1603375" cy="36830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dist" eaLnBrk="1" hangingPunct="1">
              <a:spcBef>
                <a:spcPct val="0"/>
              </a:spcBef>
              <a:buClrTx/>
              <a:buFontTx/>
              <a:buNone/>
            </a:pPr>
            <a:r>
              <a:rPr lang="zh-TW" altLang="en-US" sz="1800"/>
              <a:t>流水帳</a:t>
            </a:r>
          </a:p>
        </p:txBody>
      </p:sp>
      <p:sp>
        <p:nvSpPr>
          <p:cNvPr id="45062" name="Rectangle 7"/>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FEF926"/>
                </a:solidFill>
              </a:rPr>
              <a:t>☆</a:t>
            </a:r>
            <a:endParaRPr lang="zh-TW" altLang="en-US" sz="1800">
              <a:solidFill>
                <a:srgbClr val="FEF926"/>
              </a:solidFill>
            </a:endParaRPr>
          </a:p>
        </p:txBody>
      </p:sp>
      <p:sp>
        <p:nvSpPr>
          <p:cNvPr id="7" name="文字方塊 6"/>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10348071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10551"/>
            <a:ext cx="6852707" cy="6593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標題 1"/>
          <p:cNvSpPr>
            <a:spLocks noGrp="1"/>
          </p:cNvSpPr>
          <p:nvPr>
            <p:ph type="title" idx="4294967295"/>
          </p:nvPr>
        </p:nvSpPr>
        <p:spPr>
          <a:xfrm>
            <a:off x="611188" y="908050"/>
            <a:ext cx="677862" cy="5545138"/>
          </a:xfrm>
          <a:noFill/>
        </p:spPr>
        <p:txBody>
          <a:bodyPr>
            <a:normAutofit fontScale="90000"/>
          </a:bodyPr>
          <a:lstStyle/>
          <a:p>
            <a:pPr eaLnBrk="1" hangingPunct="1"/>
            <a:r>
              <a:rPr lang="zh-TW" altLang="zh-TW" sz="3500" b="0">
                <a:solidFill>
                  <a:schemeClr val="tx1"/>
                </a:solidFill>
                <a:effectLst/>
                <a:latin typeface="Calibri" panose="020F0502020204030204" pitchFamily="34" charset="0"/>
                <a:ea typeface="華康POP3體W12" pitchFamily="81" charset="-120"/>
              </a:rPr>
              <a:t>社區年度經費收支決算表１</a:t>
            </a:r>
            <a:br>
              <a:rPr lang="zh-TW" altLang="zh-TW" sz="4600" b="0">
                <a:solidFill>
                  <a:schemeClr val="tx1"/>
                </a:solidFill>
                <a:effectLst/>
                <a:ea typeface="華康POP3體W12" pitchFamily="81" charset="-120"/>
              </a:rPr>
            </a:br>
            <a:endParaRPr lang="zh-TW" altLang="en-US" sz="4600" b="0">
              <a:solidFill>
                <a:schemeClr val="tx1"/>
              </a:solidFill>
              <a:effectLst/>
              <a:ea typeface="華康POP3體W12" pitchFamily="81" charset="-120"/>
            </a:endParaRPr>
          </a:p>
        </p:txBody>
      </p:sp>
      <p:sp>
        <p:nvSpPr>
          <p:cNvPr id="4" name="文字方塊 3"/>
          <p:cNvSpPr txBox="1"/>
          <p:nvPr/>
        </p:nvSpPr>
        <p:spPr>
          <a:xfrm>
            <a:off x="4839747" y="6534834"/>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84358889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0"/>
            <a:ext cx="70199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Line 6"/>
          <p:cNvSpPr>
            <a:spLocks noChangeShapeType="1"/>
          </p:cNvSpPr>
          <p:nvPr/>
        </p:nvSpPr>
        <p:spPr bwMode="auto">
          <a:xfrm>
            <a:off x="2195513" y="2276475"/>
            <a:ext cx="4824412" cy="73025"/>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7108" name="標題 1"/>
          <p:cNvSpPr>
            <a:spLocks noGrp="1"/>
          </p:cNvSpPr>
          <p:nvPr>
            <p:ph type="title" idx="4294967295"/>
          </p:nvPr>
        </p:nvSpPr>
        <p:spPr>
          <a:xfrm>
            <a:off x="755650" y="1196975"/>
            <a:ext cx="677863" cy="5040313"/>
          </a:xfrm>
          <a:noFill/>
        </p:spPr>
        <p:txBody>
          <a:bodyPr>
            <a:normAutofit fontScale="90000"/>
          </a:bodyPr>
          <a:lstStyle/>
          <a:p>
            <a:pPr eaLnBrk="1" hangingPunct="1"/>
            <a:r>
              <a:rPr lang="zh-TW" altLang="zh-TW" sz="3500" b="0">
                <a:solidFill>
                  <a:schemeClr val="tx1"/>
                </a:solidFill>
                <a:effectLst/>
                <a:latin typeface="華康POP3體W12" pitchFamily="81" charset="-120"/>
                <a:ea typeface="華康POP3體W12" pitchFamily="81" charset="-120"/>
              </a:rPr>
              <a:t>社區年度經費收支決算表</a:t>
            </a:r>
            <a:r>
              <a:rPr lang="en-US" altLang="zh-TW" sz="3500" b="0">
                <a:solidFill>
                  <a:schemeClr val="tx1"/>
                </a:solidFill>
                <a:effectLst/>
                <a:latin typeface="華康POP3體W12" pitchFamily="81" charset="-120"/>
                <a:ea typeface="華康POP3體W12" pitchFamily="81" charset="-120"/>
              </a:rPr>
              <a:t>2</a:t>
            </a:r>
            <a:br>
              <a:rPr lang="zh-TW" altLang="zh-TW" sz="4600" b="0">
                <a:solidFill>
                  <a:schemeClr val="tx1"/>
                </a:solidFill>
                <a:effectLst/>
                <a:latin typeface="華康POP3體W12" pitchFamily="81" charset="-120"/>
                <a:ea typeface="華康POP3體W12" pitchFamily="81" charset="-120"/>
              </a:rPr>
            </a:br>
            <a:endParaRPr lang="zh-TW" altLang="en-US" sz="4600" b="0">
              <a:solidFill>
                <a:schemeClr val="tx1"/>
              </a:solidFill>
              <a:effectLst/>
              <a:latin typeface="華康POP3體W12" pitchFamily="81" charset="-120"/>
              <a:ea typeface="華康POP3體W12" pitchFamily="81" charset="-120"/>
            </a:endParaRPr>
          </a:p>
        </p:txBody>
      </p:sp>
      <p:sp>
        <p:nvSpPr>
          <p:cNvPr id="6" name="矩形 5"/>
          <p:cNvSpPr/>
          <p:nvPr/>
        </p:nvSpPr>
        <p:spPr>
          <a:xfrm>
            <a:off x="2143125" y="285750"/>
            <a:ext cx="1214438" cy="2143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defRPr/>
            </a:pPr>
            <a:endParaRPr kumimoji="1" lang="zh-TW" altLang="en-US" b="0">
              <a:solidFill>
                <a:srgbClr val="FFFFFF"/>
              </a:solidFill>
              <a:ea typeface="新細明體" pitchFamily="18" charset="-120"/>
            </a:endParaRPr>
          </a:p>
        </p:txBody>
      </p:sp>
      <p:sp>
        <p:nvSpPr>
          <p:cNvPr id="7" name="文字方塊 6"/>
          <p:cNvSpPr txBox="1">
            <a:spLocks noChangeArrowheads="1"/>
          </p:cNvSpPr>
          <p:nvPr/>
        </p:nvSpPr>
        <p:spPr bwMode="auto">
          <a:xfrm>
            <a:off x="4832350" y="3036888"/>
            <a:ext cx="1603375" cy="36830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dist" eaLnBrk="1" hangingPunct="1">
              <a:spcBef>
                <a:spcPct val="0"/>
              </a:spcBef>
              <a:buClrTx/>
              <a:buFontTx/>
              <a:buNone/>
            </a:pPr>
            <a:r>
              <a:rPr lang="zh-TW" altLang="en-US" sz="1800"/>
              <a:t>分類帳</a:t>
            </a:r>
          </a:p>
        </p:txBody>
      </p:sp>
      <p:sp>
        <p:nvSpPr>
          <p:cNvPr id="47111" name="Rectangle 8"/>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6600FF"/>
                </a:solidFill>
              </a:rPr>
              <a:t>☆</a:t>
            </a:r>
            <a:endParaRPr lang="zh-TW" altLang="en-US" sz="1800">
              <a:solidFill>
                <a:srgbClr val="6600FF"/>
              </a:solidFill>
            </a:endParaRPr>
          </a:p>
        </p:txBody>
      </p:sp>
      <p:sp>
        <p:nvSpPr>
          <p:cNvPr id="8" name="文字方塊 7"/>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42696439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4"/>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noFill/>
        </p:spPr>
      </p:pic>
      <p:sp>
        <p:nvSpPr>
          <p:cNvPr id="48131" name="Oval 6"/>
          <p:cNvSpPr>
            <a:spLocks noChangeArrowheads="1"/>
          </p:cNvSpPr>
          <p:nvPr/>
        </p:nvSpPr>
        <p:spPr bwMode="auto">
          <a:xfrm>
            <a:off x="900113" y="1484313"/>
            <a:ext cx="1584325" cy="504825"/>
          </a:xfrm>
          <a:prstGeom prst="ellipse">
            <a:avLst/>
          </a:prstGeom>
          <a:noFill/>
          <a:ln w="762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1800"/>
          </a:p>
        </p:txBody>
      </p:sp>
      <p:sp>
        <p:nvSpPr>
          <p:cNvPr id="4" name="文字方塊 3"/>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4200090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4"/>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noFill/>
        </p:spPr>
      </p:pic>
      <p:sp>
        <p:nvSpPr>
          <p:cNvPr id="49155" name="Oval 6"/>
          <p:cNvSpPr>
            <a:spLocks noChangeArrowheads="1"/>
          </p:cNvSpPr>
          <p:nvPr/>
        </p:nvSpPr>
        <p:spPr bwMode="auto">
          <a:xfrm>
            <a:off x="971550" y="0"/>
            <a:ext cx="1223963" cy="476250"/>
          </a:xfrm>
          <a:prstGeom prst="ellipse">
            <a:avLst/>
          </a:prstGeom>
          <a:noFill/>
          <a:ln w="762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1800"/>
          </a:p>
        </p:txBody>
      </p:sp>
      <p:sp>
        <p:nvSpPr>
          <p:cNvPr id="49156" name="Oval 7"/>
          <p:cNvSpPr>
            <a:spLocks noChangeArrowheads="1"/>
          </p:cNvSpPr>
          <p:nvPr/>
        </p:nvSpPr>
        <p:spPr bwMode="auto">
          <a:xfrm>
            <a:off x="827088" y="4508500"/>
            <a:ext cx="1441450" cy="433388"/>
          </a:xfrm>
          <a:prstGeom prst="ellipse">
            <a:avLst/>
          </a:prstGeom>
          <a:noFill/>
          <a:ln w="762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1800"/>
          </a:p>
        </p:txBody>
      </p:sp>
      <p:sp>
        <p:nvSpPr>
          <p:cNvPr id="49157" name="Oval 8"/>
          <p:cNvSpPr>
            <a:spLocks noChangeArrowheads="1"/>
          </p:cNvSpPr>
          <p:nvPr/>
        </p:nvSpPr>
        <p:spPr bwMode="auto">
          <a:xfrm>
            <a:off x="827088" y="4868863"/>
            <a:ext cx="1512887" cy="431800"/>
          </a:xfrm>
          <a:prstGeom prst="ellipse">
            <a:avLst/>
          </a:prstGeom>
          <a:noFill/>
          <a:ln w="762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1800"/>
          </a:p>
        </p:txBody>
      </p:sp>
      <p:sp>
        <p:nvSpPr>
          <p:cNvPr id="49158" name="Oval 9"/>
          <p:cNvSpPr>
            <a:spLocks noChangeArrowheads="1"/>
          </p:cNvSpPr>
          <p:nvPr/>
        </p:nvSpPr>
        <p:spPr bwMode="auto">
          <a:xfrm>
            <a:off x="827088" y="5300663"/>
            <a:ext cx="1512887" cy="360362"/>
          </a:xfrm>
          <a:prstGeom prst="ellipse">
            <a:avLst/>
          </a:prstGeom>
          <a:noFill/>
          <a:ln w="762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1800"/>
          </a:p>
        </p:txBody>
      </p:sp>
      <p:sp>
        <p:nvSpPr>
          <p:cNvPr id="49159" name="Oval 10"/>
          <p:cNvSpPr>
            <a:spLocks noChangeArrowheads="1"/>
          </p:cNvSpPr>
          <p:nvPr/>
        </p:nvSpPr>
        <p:spPr bwMode="auto">
          <a:xfrm>
            <a:off x="827088" y="5589588"/>
            <a:ext cx="1728787" cy="431800"/>
          </a:xfrm>
          <a:prstGeom prst="ellipse">
            <a:avLst/>
          </a:prstGeom>
          <a:noFill/>
          <a:ln w="762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TW" altLang="en-US" sz="1800"/>
          </a:p>
        </p:txBody>
      </p:sp>
      <p:sp>
        <p:nvSpPr>
          <p:cNvPr id="8" name="文字方塊 7"/>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2978954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3"/>
          <p:cNvPicPr>
            <a:picLocks noGrp="1"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1763713" y="0"/>
            <a:ext cx="7380287" cy="6858000"/>
          </a:xfrm>
        </p:spPr>
      </p:pic>
      <p:sp>
        <p:nvSpPr>
          <p:cNvPr id="50179" name="標題 1"/>
          <p:cNvSpPr>
            <a:spLocks noGrp="1"/>
          </p:cNvSpPr>
          <p:nvPr>
            <p:ph type="title" idx="4294967295"/>
          </p:nvPr>
        </p:nvSpPr>
        <p:spPr>
          <a:xfrm>
            <a:off x="539750" y="1341438"/>
            <a:ext cx="804863" cy="4464050"/>
          </a:xfrm>
          <a:noFill/>
        </p:spPr>
        <p:txBody>
          <a:bodyPr>
            <a:normAutofit fontScale="90000"/>
          </a:bodyPr>
          <a:lstStyle/>
          <a:p>
            <a:pPr eaLnBrk="1" hangingPunct="1"/>
            <a:r>
              <a:rPr lang="zh-TW" altLang="zh-TW" sz="3500" b="0">
                <a:solidFill>
                  <a:schemeClr val="tx1"/>
                </a:solidFill>
                <a:effectLst/>
                <a:latin typeface="Calibri" panose="020F0502020204030204" pitchFamily="34" charset="0"/>
                <a:ea typeface="華康POP3體W12" pitchFamily="81" charset="-120"/>
              </a:rPr>
              <a:t>社區財產目錄格式</a:t>
            </a:r>
            <a:br>
              <a:rPr lang="zh-TW" altLang="zh-TW" sz="3500" b="0">
                <a:solidFill>
                  <a:schemeClr val="tx1"/>
                </a:solidFill>
                <a:effectLst/>
                <a:ea typeface="華康POP3體W12" pitchFamily="81" charset="-120"/>
              </a:rPr>
            </a:br>
            <a:endParaRPr lang="zh-TW" altLang="en-US" sz="3500" b="0">
              <a:solidFill>
                <a:schemeClr val="tx1"/>
              </a:solidFill>
              <a:effectLst/>
              <a:ea typeface="華康POP3體W12" pitchFamily="81" charset="-120"/>
            </a:endParaRPr>
          </a:p>
        </p:txBody>
      </p:sp>
      <p:sp>
        <p:nvSpPr>
          <p:cNvPr id="50180" name="Rectangle 5"/>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6600FF"/>
                </a:solidFill>
              </a:rPr>
              <a:t>☆</a:t>
            </a:r>
            <a:endParaRPr lang="zh-TW" altLang="en-US" sz="1800">
              <a:solidFill>
                <a:srgbClr val="6600FF"/>
              </a:solidFill>
            </a:endParaRPr>
          </a:p>
        </p:txBody>
      </p:sp>
      <p:sp>
        <p:nvSpPr>
          <p:cNvPr id="5" name="文字方塊 4"/>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295831797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331913" y="0"/>
            <a:ext cx="7812087" cy="6858000"/>
          </a:xfrm>
        </p:spPr>
      </p:pic>
      <p:sp>
        <p:nvSpPr>
          <p:cNvPr id="51203" name="標題 1"/>
          <p:cNvSpPr>
            <a:spLocks noGrp="1"/>
          </p:cNvSpPr>
          <p:nvPr>
            <p:ph type="title" idx="4294967295"/>
          </p:nvPr>
        </p:nvSpPr>
        <p:spPr>
          <a:xfrm>
            <a:off x="323850" y="1052513"/>
            <a:ext cx="730250" cy="4968875"/>
          </a:xfrm>
          <a:noFill/>
        </p:spPr>
        <p:txBody>
          <a:bodyPr>
            <a:normAutofit fontScale="90000"/>
          </a:bodyPr>
          <a:lstStyle/>
          <a:p>
            <a:pPr eaLnBrk="1" hangingPunct="1"/>
            <a:r>
              <a:rPr lang="zh-TW" altLang="zh-TW" sz="3800" b="0" dirty="0">
                <a:solidFill>
                  <a:schemeClr val="tx1"/>
                </a:solidFill>
                <a:effectLst/>
                <a:latin typeface="Calibri" panose="020F0502020204030204" pitchFamily="34" charset="0"/>
                <a:ea typeface="華康POP3體W12" pitchFamily="81" charset="-120"/>
              </a:rPr>
              <a:t>社區財產目錄</a:t>
            </a:r>
            <a:r>
              <a:rPr lang="zh-TW" altLang="en-US" sz="3800" b="0" dirty="0">
                <a:solidFill>
                  <a:schemeClr val="tx1"/>
                </a:solidFill>
                <a:effectLst/>
                <a:latin typeface="Calibri" panose="020F0502020204030204" pitchFamily="34" charset="0"/>
                <a:ea typeface="華康POP3體W12" pitchFamily="81" charset="-120"/>
              </a:rPr>
              <a:t>↓</a:t>
            </a:r>
            <a:r>
              <a:rPr lang="zh-TW" altLang="zh-TW" sz="3800" b="0" dirty="0">
                <a:effectLst/>
                <a:latin typeface="Calibri" panose="020F0502020204030204" pitchFamily="34" charset="0"/>
                <a:ea typeface="華康POP3體W12" pitchFamily="81" charset="-120"/>
              </a:rPr>
              <a:t>產業用</a:t>
            </a:r>
            <a:br>
              <a:rPr lang="zh-TW" altLang="zh-TW" sz="4600" b="0" dirty="0">
                <a:effectLst/>
                <a:ea typeface="華康POP3體W12" pitchFamily="81" charset="-120"/>
              </a:rPr>
            </a:br>
            <a:endParaRPr lang="zh-TW" altLang="en-US" sz="4600" b="0" dirty="0">
              <a:effectLst/>
              <a:ea typeface="華康POP3體W12" pitchFamily="81" charset="-120"/>
            </a:endParaRPr>
          </a:p>
        </p:txBody>
      </p:sp>
      <p:sp>
        <p:nvSpPr>
          <p:cNvPr id="51204" name="Rectangle 5"/>
          <p:cNvSpPr>
            <a:spLocks noChangeArrowheads="1"/>
          </p:cNvSpPr>
          <p:nvPr/>
        </p:nvSpPr>
        <p:spPr bwMode="auto">
          <a:xfrm>
            <a:off x="8731250" y="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TW" sz="1800">
                <a:solidFill>
                  <a:srgbClr val="6600FF"/>
                </a:solidFill>
              </a:rPr>
              <a:t>☆</a:t>
            </a:r>
            <a:endParaRPr lang="zh-TW" altLang="en-US" sz="1800">
              <a:solidFill>
                <a:srgbClr val="6600FF"/>
              </a:solidFill>
            </a:endParaRPr>
          </a:p>
        </p:txBody>
      </p:sp>
      <p:sp>
        <p:nvSpPr>
          <p:cNvPr id="5" name="文字方塊 4"/>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294984613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755650" y="188913"/>
            <a:ext cx="7772400" cy="468312"/>
          </a:xfrm>
          <a:noFill/>
        </p:spPr>
        <p:txBody>
          <a:bodyPr/>
          <a:lstStyle/>
          <a:p>
            <a:pPr algn="ctr"/>
            <a:r>
              <a:rPr lang="en-US" altLang="zh-TW" sz="2400" b="0" dirty="0">
                <a:effectLst/>
                <a:latin typeface="華康中特圓體" pitchFamily="49" charset="-120"/>
                <a:ea typeface="華康中特圓體" pitchFamily="49" charset="-120"/>
                <a:cs typeface="華康中黑體" pitchFamily="49" charset="-120"/>
              </a:rPr>
              <a:t>○○</a:t>
            </a:r>
            <a:r>
              <a:rPr lang="zh-TW" altLang="en-US" sz="2400" b="0" dirty="0">
                <a:effectLst/>
                <a:latin typeface="華康中特圓體" pitchFamily="49" charset="-120"/>
                <a:ea typeface="華康中特圓體" pitchFamily="49" charset="-120"/>
                <a:cs typeface="華康中黑體" pitchFamily="49" charset="-120"/>
              </a:rPr>
              <a:t>縣</a:t>
            </a:r>
            <a:r>
              <a:rPr lang="en-US" altLang="zh-TW" sz="2400" b="0" dirty="0">
                <a:effectLst/>
                <a:latin typeface="華康中特圓體" pitchFamily="49" charset="-120"/>
                <a:ea typeface="華康中特圓體" pitchFamily="49" charset="-120"/>
                <a:cs typeface="華康中黑體" pitchFamily="49" charset="-120"/>
              </a:rPr>
              <a:t>○○</a:t>
            </a:r>
            <a:r>
              <a:rPr lang="zh-TW" altLang="en-US" sz="2400" b="0" dirty="0">
                <a:effectLst/>
                <a:latin typeface="華康中特圓體" pitchFamily="49" charset="-120"/>
                <a:ea typeface="華康中特圓體" pitchFamily="49" charset="-120"/>
                <a:cs typeface="華康中黑體" pitchFamily="49" charset="-120"/>
              </a:rPr>
              <a:t>鄉鎮市</a:t>
            </a:r>
            <a:r>
              <a:rPr lang="en-US" altLang="zh-TW" sz="2400" b="0" dirty="0">
                <a:effectLst/>
                <a:latin typeface="華康中特圓體" pitchFamily="49" charset="-120"/>
                <a:ea typeface="華康中特圓體" pitchFamily="49" charset="-120"/>
                <a:cs typeface="華康中黑體" pitchFamily="49" charset="-120"/>
              </a:rPr>
              <a:t>○○</a:t>
            </a:r>
            <a:r>
              <a:rPr lang="zh-TW" altLang="en-US" sz="2400" b="0" dirty="0">
                <a:effectLst/>
                <a:latin typeface="華康中特圓體" pitchFamily="49" charset="-120"/>
                <a:ea typeface="華康中特圓體" pitchFamily="49" charset="-120"/>
                <a:cs typeface="華康中黑體" pitchFamily="49" charset="-120"/>
              </a:rPr>
              <a:t>社區發展協會</a:t>
            </a:r>
            <a:r>
              <a:rPr lang="en-US" altLang="zh-TW" sz="2400" b="0" dirty="0">
                <a:effectLst/>
                <a:latin typeface="華康中特圓體" pitchFamily="49" charset="-120"/>
                <a:ea typeface="華康中特圓體" pitchFamily="49" charset="-120"/>
                <a:cs typeface="華康中黑體" pitchFamily="49" charset="-120"/>
              </a:rPr>
              <a:t>115</a:t>
            </a:r>
            <a:r>
              <a:rPr lang="zh-TW" altLang="en-US" sz="2400" b="0" dirty="0">
                <a:effectLst/>
                <a:latin typeface="華康中特圓體" pitchFamily="49" charset="-120"/>
                <a:ea typeface="華康中特圓體" pitchFamily="49" charset="-120"/>
                <a:cs typeface="華康中黑體" pitchFamily="49" charset="-120"/>
              </a:rPr>
              <a:t>年度工作計畫</a:t>
            </a:r>
          </a:p>
        </p:txBody>
      </p:sp>
      <p:sp>
        <p:nvSpPr>
          <p:cNvPr id="56323" name="Rectangle 3"/>
          <p:cNvSpPr>
            <a:spLocks noGrp="1" noChangeArrowheads="1"/>
          </p:cNvSpPr>
          <p:nvPr>
            <p:ph type="body" sz="half" idx="1"/>
          </p:nvPr>
        </p:nvSpPr>
        <p:spPr>
          <a:xfrm>
            <a:off x="395288" y="836613"/>
            <a:ext cx="8507412" cy="1008062"/>
          </a:xfrm>
        </p:spPr>
        <p:txBody>
          <a:bodyPr/>
          <a:lstStyle/>
          <a:p>
            <a:pPr>
              <a:lnSpc>
                <a:spcPct val="90000"/>
              </a:lnSpc>
            </a:pPr>
            <a:r>
              <a:rPr lang="zh-TW" altLang="en-US" sz="1400" b="1" dirty="0">
                <a:ea typeface="新細明體" panose="02020500000000000000" pitchFamily="18" charset="-120"/>
              </a:rPr>
              <a:t>一、計畫依據：社區發展工作綱要（社區需求調查及資源盤點）</a:t>
            </a:r>
          </a:p>
          <a:p>
            <a:pPr>
              <a:lnSpc>
                <a:spcPct val="90000"/>
              </a:lnSpc>
            </a:pPr>
            <a:r>
              <a:rPr lang="zh-TW" altLang="en-US" sz="1400" b="1" dirty="0">
                <a:ea typeface="新細明體" panose="02020500000000000000" pitchFamily="18" charset="-120"/>
              </a:rPr>
              <a:t>二、實施時間：民國</a:t>
            </a:r>
            <a:r>
              <a:rPr lang="en-US" altLang="zh-TW" sz="1400" b="1" dirty="0">
                <a:ea typeface="新細明體" panose="02020500000000000000" pitchFamily="18" charset="-120"/>
              </a:rPr>
              <a:t>115</a:t>
            </a:r>
            <a:r>
              <a:rPr lang="zh-TW" altLang="en-US" sz="1400" b="1" dirty="0">
                <a:ea typeface="新細明體" panose="02020500000000000000" pitchFamily="18" charset="-120"/>
              </a:rPr>
              <a:t>年</a:t>
            </a:r>
            <a:r>
              <a:rPr lang="en-US" altLang="zh-TW" sz="1400" b="1" dirty="0">
                <a:ea typeface="新細明體" panose="02020500000000000000" pitchFamily="18" charset="-120"/>
              </a:rPr>
              <a:t>1</a:t>
            </a:r>
            <a:r>
              <a:rPr lang="zh-TW" altLang="en-US" sz="1400" b="1" dirty="0">
                <a:ea typeface="新細明體" panose="02020500000000000000" pitchFamily="18" charset="-120"/>
              </a:rPr>
              <a:t>月</a:t>
            </a:r>
            <a:r>
              <a:rPr lang="en-US" altLang="zh-TW" sz="1400" b="1" dirty="0">
                <a:ea typeface="新細明體" panose="02020500000000000000" pitchFamily="18" charset="-120"/>
              </a:rPr>
              <a:t>1</a:t>
            </a:r>
            <a:r>
              <a:rPr lang="zh-TW" altLang="en-US" sz="1400" b="1" dirty="0">
                <a:ea typeface="新細明體" panose="02020500000000000000" pitchFamily="18" charset="-120"/>
              </a:rPr>
              <a:t>日至</a:t>
            </a:r>
            <a:r>
              <a:rPr lang="en-US" altLang="zh-TW" sz="1400" b="1" dirty="0">
                <a:ea typeface="新細明體" panose="02020500000000000000" pitchFamily="18" charset="-120"/>
              </a:rPr>
              <a:t>103</a:t>
            </a:r>
            <a:r>
              <a:rPr lang="zh-TW" altLang="en-US" sz="1400" b="1" dirty="0">
                <a:ea typeface="新細明體" panose="02020500000000000000" pitchFamily="18" charset="-120"/>
              </a:rPr>
              <a:t>年</a:t>
            </a:r>
            <a:r>
              <a:rPr lang="en-US" altLang="zh-TW" sz="1400" b="1" dirty="0">
                <a:ea typeface="新細明體" panose="02020500000000000000" pitchFamily="18" charset="-120"/>
              </a:rPr>
              <a:t>12</a:t>
            </a:r>
            <a:r>
              <a:rPr lang="zh-TW" altLang="en-US" sz="1400" b="1" dirty="0">
                <a:ea typeface="新細明體" panose="02020500000000000000" pitchFamily="18" charset="-120"/>
              </a:rPr>
              <a:t>月</a:t>
            </a:r>
            <a:r>
              <a:rPr lang="en-US" altLang="zh-TW" sz="1400" b="1" dirty="0">
                <a:ea typeface="新細明體" panose="02020500000000000000" pitchFamily="18" charset="-120"/>
              </a:rPr>
              <a:t>31</a:t>
            </a:r>
            <a:r>
              <a:rPr lang="zh-TW" altLang="en-US" sz="1400" b="1" dirty="0">
                <a:ea typeface="新細明體" panose="02020500000000000000" pitchFamily="18" charset="-120"/>
              </a:rPr>
              <a:t>日</a:t>
            </a:r>
            <a:r>
              <a:rPr lang="zh-TW" altLang="en-US" sz="1400" dirty="0">
                <a:ea typeface="新細明體" panose="02020500000000000000" pitchFamily="18" charset="-120"/>
              </a:rPr>
              <a:t>止</a:t>
            </a:r>
          </a:p>
          <a:p>
            <a:pPr>
              <a:lnSpc>
                <a:spcPct val="90000"/>
              </a:lnSpc>
            </a:pPr>
            <a:r>
              <a:rPr lang="zh-TW" altLang="en-US" sz="1400" b="1" dirty="0">
                <a:ea typeface="新細明體" panose="02020500000000000000" pitchFamily="18" charset="-120"/>
              </a:rPr>
              <a:t>三、工作內容：</a:t>
            </a:r>
            <a:r>
              <a:rPr lang="zh-TW" altLang="en-US" sz="2800" dirty="0">
                <a:ea typeface="新細明體" panose="02020500000000000000" pitchFamily="18" charset="-120"/>
              </a:rPr>
              <a:t> </a:t>
            </a:r>
          </a:p>
          <a:p>
            <a:pPr>
              <a:lnSpc>
                <a:spcPct val="90000"/>
              </a:lnSpc>
            </a:pPr>
            <a:endParaRPr lang="zh-TW" altLang="en-US" sz="2800" dirty="0">
              <a:ea typeface="新細明體" panose="02020500000000000000" pitchFamily="18" charset="-120"/>
            </a:endParaRPr>
          </a:p>
        </p:txBody>
      </p:sp>
      <p:graphicFrame>
        <p:nvGraphicFramePr>
          <p:cNvPr id="179808" name="Group 608"/>
          <p:cNvGraphicFramePr>
            <a:graphicFrameLocks noGrp="1"/>
          </p:cNvGraphicFramePr>
          <p:nvPr>
            <p:ph sz="half" idx="2"/>
          </p:nvPr>
        </p:nvGraphicFramePr>
        <p:xfrm>
          <a:off x="250825" y="1916113"/>
          <a:ext cx="8713788" cy="4663440"/>
        </p:xfrm>
        <a:graphic>
          <a:graphicData uri="http://schemas.openxmlformats.org/drawingml/2006/table">
            <a:tbl>
              <a:tblPr/>
              <a:tblGrid>
                <a:gridCol w="720725">
                  <a:extLst>
                    <a:ext uri="{9D8B030D-6E8A-4147-A177-3AD203B41FA5}">
                      <a16:colId xmlns:a16="http://schemas.microsoft.com/office/drawing/2014/main" val="20000"/>
                    </a:ext>
                  </a:extLst>
                </a:gridCol>
                <a:gridCol w="1368425">
                  <a:extLst>
                    <a:ext uri="{9D8B030D-6E8A-4147-A177-3AD203B41FA5}">
                      <a16:colId xmlns:a16="http://schemas.microsoft.com/office/drawing/2014/main" val="20001"/>
                    </a:ext>
                  </a:extLst>
                </a:gridCol>
                <a:gridCol w="2678113">
                  <a:extLst>
                    <a:ext uri="{9D8B030D-6E8A-4147-A177-3AD203B41FA5}">
                      <a16:colId xmlns:a16="http://schemas.microsoft.com/office/drawing/2014/main" val="20002"/>
                    </a:ext>
                  </a:extLst>
                </a:gridCol>
                <a:gridCol w="720725">
                  <a:extLst>
                    <a:ext uri="{9D8B030D-6E8A-4147-A177-3AD203B41FA5}">
                      <a16:colId xmlns:a16="http://schemas.microsoft.com/office/drawing/2014/main" val="20003"/>
                    </a:ext>
                  </a:extLst>
                </a:gridCol>
                <a:gridCol w="1074737">
                  <a:extLst>
                    <a:ext uri="{9D8B030D-6E8A-4147-A177-3AD203B41FA5}">
                      <a16:colId xmlns:a16="http://schemas.microsoft.com/office/drawing/2014/main" val="20004"/>
                    </a:ext>
                  </a:extLst>
                </a:gridCol>
                <a:gridCol w="898525">
                  <a:extLst>
                    <a:ext uri="{9D8B030D-6E8A-4147-A177-3AD203B41FA5}">
                      <a16:colId xmlns:a16="http://schemas.microsoft.com/office/drawing/2014/main" val="20005"/>
                    </a:ext>
                  </a:extLst>
                </a:gridCol>
                <a:gridCol w="714375">
                  <a:extLst>
                    <a:ext uri="{9D8B030D-6E8A-4147-A177-3AD203B41FA5}">
                      <a16:colId xmlns:a16="http://schemas.microsoft.com/office/drawing/2014/main" val="20006"/>
                    </a:ext>
                  </a:extLst>
                </a:gridCol>
                <a:gridCol w="538163">
                  <a:extLst>
                    <a:ext uri="{9D8B030D-6E8A-4147-A177-3AD203B41FA5}">
                      <a16:colId xmlns:a16="http://schemas.microsoft.com/office/drawing/2014/main" val="20007"/>
                    </a:ext>
                  </a:extLst>
                </a:gridCol>
              </a:tblGrid>
              <a:tr h="0">
                <a:tc gridSpan="2">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工作類別</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tc rowSpan="2">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說明</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數量</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執行</a:t>
                      </a:r>
                      <a:endParaRPr kumimoji="0" lang="zh-TW" altLang="en-US" sz="1800" b="1" i="0" u="none" strike="noStrike" cap="none" normalizeH="0" baseline="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進度</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經費</a:t>
                      </a:r>
                    </a:p>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預估</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協辦</a:t>
                      </a:r>
                    </a:p>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單位</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備</a:t>
                      </a:r>
                    </a:p>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註</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gridSpan="2">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dist"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項目</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10001"/>
                  </a:ext>
                </a:extLst>
              </a:tr>
              <a:tr h="274638">
                <a:tc rowSpan="3">
                  <a:txBody>
                    <a:bodyPr/>
                    <a:lstStyle>
                      <a:lvl1pPr marL="342900" indent="-342900" algn="l" eaLnBrk="0" hangingPunct="0">
                        <a:spcBef>
                          <a:spcPct val="20000"/>
                        </a:spcBef>
                        <a:buClr>
                          <a:schemeClr val="accent1"/>
                        </a:buClr>
                        <a:buFont typeface="Arial" panose="020B0604020202020204" pitchFamily="34" charset="0"/>
                        <a:tabLst>
                          <a:tab pos="304800" algn="l"/>
                        </a:tabLst>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tabLst>
                          <a:tab pos="304800" algn="l"/>
                        </a:tabLst>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tabLst>
                          <a:tab pos="304800" algn="l"/>
                        </a:tabLst>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tabLst>
                          <a:tab pos="304800" algn="l"/>
                        </a:tabLst>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tabLst>
                          <a:tab pos="304800" algn="l"/>
                        </a:tabLst>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tabLst>
                          <a:tab pos="304800" algn="l"/>
                        </a:tabLst>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tabLst>
                          <a:tab pos="304800" algn="l"/>
                        </a:tabLst>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tabLst>
                          <a:tab pos="304800" algn="l"/>
                        </a:tabLst>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tabLst>
                          <a:tab pos="304800" algn="l"/>
                        </a:tabLs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AutoNum type="ea1ChtPlain"/>
                        <a:tabLst>
                          <a:tab pos="304800" algn="l"/>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會務推展</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一</a:t>
                      </a: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會議</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1.</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召開會員大會</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1</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103/01</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40000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公所</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縣府</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vMerge="1">
                  <a:txBody>
                    <a:bodyPr/>
                    <a:lstStyle/>
                    <a:p>
                      <a:endParaRPr lang="zh-TW" altLang="en-US"/>
                    </a:p>
                  </a:txBody>
                  <a:tcPr/>
                </a:tc>
                <a:tc vMerge="1">
                  <a:txBody>
                    <a:bodyPr/>
                    <a:lstStyle/>
                    <a:p>
                      <a:endParaRPr lang="zh-TW" altLang="en-US"/>
                    </a:p>
                  </a:txBody>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2.</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召開理監事會</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4</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103/1,4</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,7,10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10000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公所</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縣府</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vMerge="1">
                  <a:txBody>
                    <a:bodyPr/>
                    <a:lstStyle/>
                    <a:p>
                      <a:endParaRPr lang="zh-TW" altLang="en-US"/>
                    </a:p>
                  </a:txBody>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二</a:t>
                      </a: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檔案管理</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公文處理、文書建檔、登錄保管</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全年</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5000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638">
                <a:tc rowSpan="4">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二、公共建設</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一</a:t>
                      </a: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道路</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路面維護</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全年</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5000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公所</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638">
                <a:tc vMerge="1">
                  <a:txBody>
                    <a:bodyPr/>
                    <a:lstStyle/>
                    <a:p>
                      <a:endParaRPr lang="zh-TW" altLang="en-US"/>
                    </a:p>
                  </a:txBody>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二</a:t>
                      </a: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排水溝</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排水溝清淤</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全年</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5000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公所</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638">
                <a:tc vMerge="1">
                  <a:txBody>
                    <a:bodyPr/>
                    <a:lstStyle/>
                    <a:p>
                      <a:endParaRPr lang="zh-TW" altLang="en-US"/>
                    </a:p>
                  </a:txBody>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三</a:t>
                      </a: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社區環境</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環境整理及綠美化</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全年</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5000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公所</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638">
                <a:tc vMerge="1">
                  <a:txBody>
                    <a:bodyPr/>
                    <a:lstStyle/>
                    <a:p>
                      <a:endParaRPr lang="zh-TW" altLang="en-US"/>
                    </a:p>
                  </a:txBody>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四</a:t>
                      </a: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活動中心</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管理及維護</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全年</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5000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公所</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6402" name="Oval 4"/>
          <p:cNvSpPr>
            <a:spLocks noChangeArrowheads="1"/>
          </p:cNvSpPr>
          <p:nvPr/>
        </p:nvSpPr>
        <p:spPr bwMode="auto">
          <a:xfrm>
            <a:off x="0" y="1916113"/>
            <a:ext cx="9144000" cy="765175"/>
          </a:xfrm>
          <a:prstGeom prst="ellipse">
            <a:avLst/>
          </a:pr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b="0">
              <a:latin typeface="Calibri" panose="020F0502020204030204" pitchFamily="34" charset="0"/>
            </a:endParaRPr>
          </a:p>
        </p:txBody>
      </p:sp>
      <p:sp>
        <p:nvSpPr>
          <p:cNvPr id="56403" name="Text Box 3"/>
          <p:cNvSpPr txBox="1">
            <a:spLocks noChangeArrowheads="1"/>
          </p:cNvSpPr>
          <p:nvPr/>
        </p:nvSpPr>
        <p:spPr bwMode="auto">
          <a:xfrm>
            <a:off x="7092950" y="981075"/>
            <a:ext cx="1441450" cy="457200"/>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TW" altLang="en-US" sz="2400">
                <a:solidFill>
                  <a:srgbClr val="FF0000"/>
                </a:solidFill>
                <a:latin typeface="Times New Roman" panose="02020603050405020304" pitchFamily="18" charset="0"/>
                <a:ea typeface="標楷體" panose="03000509000000000000" pitchFamily="65" charset="-120"/>
              </a:rPr>
              <a:t>建議採用</a:t>
            </a:r>
          </a:p>
        </p:txBody>
      </p:sp>
      <p:sp>
        <p:nvSpPr>
          <p:cNvPr id="7" name="文字方塊 6"/>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1544894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2247" name="Group 999"/>
          <p:cNvGraphicFramePr>
            <a:graphicFrameLocks noGrp="1"/>
          </p:cNvGraphicFramePr>
          <p:nvPr>
            <p:ph/>
            <p:extLst>
              <p:ext uri="{D42A27DB-BD31-4B8C-83A1-F6EECF244321}">
                <p14:modId xmlns:p14="http://schemas.microsoft.com/office/powerpoint/2010/main" val="1148405119"/>
              </p:ext>
            </p:extLst>
          </p:nvPr>
        </p:nvGraphicFramePr>
        <p:xfrm>
          <a:off x="244475" y="122238"/>
          <a:ext cx="8675688" cy="6539297"/>
        </p:xfrm>
        <a:graphic>
          <a:graphicData uri="http://schemas.openxmlformats.org/drawingml/2006/table">
            <a:tbl>
              <a:tblPr/>
              <a:tblGrid>
                <a:gridCol w="503238">
                  <a:extLst>
                    <a:ext uri="{9D8B030D-6E8A-4147-A177-3AD203B41FA5}">
                      <a16:colId xmlns:a16="http://schemas.microsoft.com/office/drawing/2014/main" val="20000"/>
                    </a:ext>
                  </a:extLst>
                </a:gridCol>
                <a:gridCol w="1584325">
                  <a:extLst>
                    <a:ext uri="{9D8B030D-6E8A-4147-A177-3AD203B41FA5}">
                      <a16:colId xmlns:a16="http://schemas.microsoft.com/office/drawing/2014/main" val="20001"/>
                    </a:ext>
                  </a:extLst>
                </a:gridCol>
                <a:gridCol w="3168650">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792163">
                  <a:extLst>
                    <a:ext uri="{9D8B030D-6E8A-4147-A177-3AD203B41FA5}">
                      <a16:colId xmlns:a16="http://schemas.microsoft.com/office/drawing/2014/main" val="20005"/>
                    </a:ext>
                  </a:extLst>
                </a:gridCol>
                <a:gridCol w="647700">
                  <a:extLst>
                    <a:ext uri="{9D8B030D-6E8A-4147-A177-3AD203B41FA5}">
                      <a16:colId xmlns:a16="http://schemas.microsoft.com/office/drawing/2014/main" val="20006"/>
                    </a:ext>
                  </a:extLst>
                </a:gridCol>
                <a:gridCol w="323850">
                  <a:extLst>
                    <a:ext uri="{9D8B030D-6E8A-4147-A177-3AD203B41FA5}">
                      <a16:colId xmlns:a16="http://schemas.microsoft.com/office/drawing/2014/main" val="20007"/>
                    </a:ext>
                  </a:extLst>
                </a:gridCol>
              </a:tblGrid>
              <a:tr h="539698">
                <a:tc rowSpan="15">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三</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業</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務</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推</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展</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一</a:t>
                      </a: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兒童服務</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舉辦書法繪畫作文比賽活動</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115/03</a:t>
                      </a:r>
                      <a:endParaRPr kumimoji="0" lang="en-US" altLang="zh-TW" sz="1800" b="1" i="0" u="none" strike="noStrike" cap="none" normalizeH="0" baseline="0" dirty="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10000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縣府</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8111">
                <a:tc vMerge="1">
                  <a:txBody>
                    <a:bodyPr/>
                    <a:lstStyle/>
                    <a:p>
                      <a:endParaRPr lang="zh-TW" altLang="en-US"/>
                    </a:p>
                  </a:txBody>
                  <a:tcPr/>
                </a:tc>
                <a:tc vMerge="1">
                  <a:txBody>
                    <a:bodyPr/>
                    <a:lstStyle/>
                    <a:p>
                      <a:endParaRPr lang="zh-TW" altLang="en-US"/>
                    </a:p>
                  </a:txBody>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舉辦趣味營活動</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115/04</a:t>
                      </a:r>
                      <a:endParaRPr kumimoji="0" lang="en-US" altLang="zh-TW" sz="1800" b="1" i="0" u="none" strike="noStrike" cap="none" normalizeH="0" baseline="0" dirty="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5000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縣府</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24">
                <a:tc vMerge="1">
                  <a:txBody>
                    <a:bodyPr/>
                    <a:lstStyle/>
                    <a:p>
                      <a:endParaRPr lang="zh-TW" altLang="en-US"/>
                    </a:p>
                  </a:txBody>
                  <a:tcPr/>
                </a:tc>
                <a:tc vMerge="1">
                  <a:txBody>
                    <a:bodyPr/>
                    <a:lstStyle/>
                    <a:p>
                      <a:endParaRPr lang="zh-TW" altLang="en-US"/>
                    </a:p>
                  </a:txBody>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3.</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購置兒童文物</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115/05</a:t>
                      </a:r>
                      <a:endParaRPr kumimoji="0" lang="en-US" altLang="zh-TW" sz="1800" b="1" i="0" u="none" strike="noStrike" cap="none" normalizeH="0" baseline="0" dirty="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5000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24">
                <a:tc vMerge="1">
                  <a:txBody>
                    <a:bodyPr/>
                    <a:lstStyle/>
                    <a:p>
                      <a:endParaRPr lang="zh-TW" altLang="en-US"/>
                    </a:p>
                  </a:txBody>
                  <a:tcPr/>
                </a:tc>
                <a:tc rowSpan="3">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二</a:t>
                      </a: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青少年服務</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舉辦元宵節活動</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115/02</a:t>
                      </a:r>
                      <a:endParaRPr kumimoji="0" lang="en-US" altLang="zh-TW" sz="1800" b="1" i="0" u="none" strike="noStrike" cap="none" normalizeH="0" baseline="0" dirty="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10000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縣府</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0018">
                <a:tc vMerge="1">
                  <a:txBody>
                    <a:bodyPr/>
                    <a:lstStyle/>
                    <a:p>
                      <a:endParaRPr lang="zh-TW" altLang="en-US"/>
                    </a:p>
                  </a:txBody>
                  <a:tcPr/>
                </a:tc>
                <a:tc vMerge="1">
                  <a:txBody>
                    <a:bodyPr/>
                    <a:lstStyle/>
                    <a:p>
                      <a:endParaRPr lang="zh-TW" altLang="en-US"/>
                    </a:p>
                  </a:txBody>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舉辦</a:t>
                      </a: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KTV</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歌唱聯誼晚會活動</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115/03</a:t>
                      </a:r>
                      <a:endParaRPr kumimoji="0" lang="en-US" altLang="zh-TW" sz="1800" b="1" i="0" u="none" strike="noStrike" cap="none" normalizeH="0" baseline="0" dirty="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5000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公所</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縣府</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0018">
                <a:tc vMerge="1">
                  <a:txBody>
                    <a:bodyPr/>
                    <a:lstStyle/>
                    <a:p>
                      <a:endParaRPr lang="zh-TW" altLang="en-US"/>
                    </a:p>
                  </a:txBody>
                  <a:tcPr/>
                </a:tc>
                <a:tc vMerge="1">
                  <a:txBody>
                    <a:bodyPr/>
                    <a:lstStyle/>
                    <a:p>
                      <a:endParaRPr lang="zh-TW" altLang="en-US"/>
                    </a:p>
                  </a:txBody>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3.</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舉辦象棋及桌球比賽活動</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115/03</a:t>
                      </a:r>
                      <a:endParaRPr kumimoji="0" lang="en-US" altLang="zh-TW" sz="1800" b="1" i="0" u="none" strike="noStrike" cap="none" normalizeH="0" baseline="0" dirty="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5000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公所</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縣府</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24">
                <a:tc vMerge="1">
                  <a:txBody>
                    <a:bodyPr/>
                    <a:lstStyle/>
                    <a:p>
                      <a:endParaRPr lang="zh-TW" altLang="en-US"/>
                    </a:p>
                  </a:txBody>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三</a:t>
                      </a: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老人服務</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老人義診及健康檢查</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115/10</a:t>
                      </a:r>
                      <a:endParaRPr kumimoji="0" lang="en-US" altLang="zh-TW" sz="1800" b="1" i="0" u="none" strike="noStrike" cap="none" normalizeH="0" baseline="0" dirty="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90000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公所</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24">
                <a:tc vMerge="1">
                  <a:txBody>
                    <a:bodyPr/>
                    <a:lstStyle/>
                    <a:p>
                      <a:endParaRPr lang="zh-TW" altLang="en-US"/>
                    </a:p>
                  </a:txBody>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四</a:t>
                      </a: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社會服務</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貧戶及身障救濟</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春節</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10000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公所</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724">
                <a:tc vMerge="1">
                  <a:txBody>
                    <a:bodyPr/>
                    <a:lstStyle/>
                    <a:p>
                      <a:endParaRPr lang="zh-TW" altLang="en-US"/>
                    </a:p>
                  </a:txBody>
                  <a:tcPr/>
                </a:tc>
                <a:tc rowSpan="5">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五</a:t>
                      </a: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婦女服務</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舉辦烹飪研習</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115/03</a:t>
                      </a:r>
                      <a:endParaRPr kumimoji="0" lang="en-US" altLang="zh-TW" sz="1800" b="1" i="0" u="none" strike="noStrike" cap="none" normalizeH="0" baseline="0" dirty="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20000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公所</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23824">
                <a:tc vMerge="1">
                  <a:txBody>
                    <a:bodyPr/>
                    <a:lstStyle/>
                    <a:p>
                      <a:endParaRPr lang="zh-TW" altLang="en-US"/>
                    </a:p>
                  </a:txBody>
                  <a:tcPr/>
                </a:tc>
                <a:tc vMerge="1">
                  <a:txBody>
                    <a:bodyPr/>
                    <a:lstStyle/>
                    <a:p>
                      <a:endParaRPr lang="zh-TW" altLang="en-US"/>
                    </a:p>
                  </a:txBody>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舉辦插花研習</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115/12</a:t>
                      </a:r>
                      <a:endParaRPr kumimoji="0" lang="en-US" altLang="zh-TW" sz="1800" b="1" i="0" u="none" strike="noStrike" cap="none" normalizeH="0" baseline="0" dirty="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20000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公所</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5724">
                <a:tc vMerge="1">
                  <a:txBody>
                    <a:bodyPr/>
                    <a:lstStyle/>
                    <a:p>
                      <a:endParaRPr lang="zh-TW" altLang="en-US"/>
                    </a:p>
                  </a:txBody>
                  <a:tcPr/>
                </a:tc>
                <a:tc vMerge="1">
                  <a:txBody>
                    <a:bodyPr/>
                    <a:lstStyle/>
                    <a:p>
                      <a:endParaRPr lang="zh-TW" altLang="en-US"/>
                    </a:p>
                  </a:txBody>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3.</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舉辦保健講座</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115/04</a:t>
                      </a:r>
                      <a:endParaRPr kumimoji="0" lang="en-US" altLang="zh-TW" sz="1800" b="1" i="0" u="none" strike="noStrike" cap="none" normalizeH="0" baseline="0" dirty="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5000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公所</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5724">
                <a:tc vMerge="1">
                  <a:txBody>
                    <a:bodyPr/>
                    <a:lstStyle/>
                    <a:p>
                      <a:endParaRPr lang="zh-TW" altLang="en-US"/>
                    </a:p>
                  </a:txBody>
                  <a:tcPr/>
                </a:tc>
                <a:tc vMerge="1">
                  <a:txBody>
                    <a:bodyPr/>
                    <a:lstStyle/>
                    <a:p>
                      <a:endParaRPr lang="zh-TW" altLang="en-US"/>
                    </a:p>
                  </a:txBody>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4.</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舉辦母親節活動</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115/05</a:t>
                      </a:r>
                      <a:endParaRPr kumimoji="0" lang="en-US" altLang="zh-TW" sz="1800" b="1" i="0" u="none" strike="noStrike" cap="none" normalizeH="0" baseline="0" dirty="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30000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公所</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5724">
                <a:tc vMerge="1">
                  <a:txBody>
                    <a:bodyPr/>
                    <a:lstStyle/>
                    <a:p>
                      <a:endParaRPr lang="zh-TW" altLang="en-US"/>
                    </a:p>
                  </a:txBody>
                  <a:tcPr/>
                </a:tc>
                <a:tc vMerge="1">
                  <a:txBody>
                    <a:bodyPr/>
                    <a:lstStyle/>
                    <a:p>
                      <a:endParaRPr lang="zh-TW" altLang="en-US"/>
                    </a:p>
                  </a:txBody>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5.</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舉辦親職講座</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115/12</a:t>
                      </a:r>
                      <a:endParaRPr kumimoji="0" lang="en-US" altLang="zh-TW" sz="1800" b="1" i="0" u="none" strike="noStrike" cap="none" normalizeH="0" baseline="0" dirty="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5000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公所</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5724">
                <a:tc vMerge="1">
                  <a:txBody>
                    <a:bodyPr/>
                    <a:lstStyle/>
                    <a:p>
                      <a:endParaRPr lang="zh-TW" altLang="en-US"/>
                    </a:p>
                  </a:txBody>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六</a:t>
                      </a: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環保志工</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協助各項活動及環境整理</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全年</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20000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公所</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5724">
                <a:tc vMerge="1">
                  <a:txBody>
                    <a:bodyPr/>
                    <a:lstStyle/>
                    <a:p>
                      <a:endParaRPr lang="zh-TW" altLang="en-US"/>
                    </a:p>
                  </a:txBody>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七</a:t>
                      </a: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社會教育</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舉辦升學迎新會活動</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115/08</a:t>
                      </a:r>
                      <a:endParaRPr kumimoji="0" lang="en-US" altLang="zh-TW" sz="1800" b="1" i="0" u="none" strike="noStrike" cap="none" normalizeH="0" baseline="0" dirty="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50000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公所</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dirty="0">
                        <a:ln>
                          <a:noFill/>
                        </a:ln>
                        <a:solidFill>
                          <a:schemeClr val="tx1"/>
                        </a:solidFill>
                        <a:effectLst/>
                        <a:latin typeface="Arial" charset="0"/>
                        <a:ea typeface="新細明體" pitchFamily="18" charset="-12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
        <p:nvSpPr>
          <p:cNvPr id="3" name="文字方塊 2"/>
          <p:cNvSpPr txBox="1"/>
          <p:nvPr/>
        </p:nvSpPr>
        <p:spPr>
          <a:xfrm>
            <a:off x="4559875" y="6661535"/>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2451016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4" descr="圖片78"/>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835696" y="188640"/>
            <a:ext cx="6360190" cy="6021689"/>
          </a:xfrm>
        </p:spPr>
      </p:pic>
      <p:sp>
        <p:nvSpPr>
          <p:cNvPr id="58371" name="標題 1"/>
          <p:cNvSpPr>
            <a:spLocks noGrp="1"/>
          </p:cNvSpPr>
          <p:nvPr>
            <p:ph type="title" idx="4294967295"/>
          </p:nvPr>
        </p:nvSpPr>
        <p:spPr>
          <a:xfrm>
            <a:off x="684213" y="1196975"/>
            <a:ext cx="730250" cy="5327650"/>
          </a:xfrm>
          <a:noFill/>
        </p:spPr>
        <p:txBody>
          <a:bodyPr>
            <a:normAutofit fontScale="90000"/>
          </a:bodyPr>
          <a:lstStyle/>
          <a:p>
            <a:pPr eaLnBrk="1" hangingPunct="1"/>
            <a:r>
              <a:rPr lang="zh-TW" altLang="zh-TW" sz="3500" b="0">
                <a:solidFill>
                  <a:schemeClr val="tx1"/>
                </a:solidFill>
                <a:effectLst/>
                <a:latin typeface="Calibri" panose="020F0502020204030204" pitchFamily="34" charset="0"/>
                <a:ea typeface="華康POP3體W12" pitchFamily="81" charset="-120"/>
              </a:rPr>
              <a:t>社區年度經費收支預算表１</a:t>
            </a:r>
            <a:br>
              <a:rPr lang="zh-TW" altLang="zh-TW" sz="4600" b="0">
                <a:solidFill>
                  <a:schemeClr val="tx1"/>
                </a:solidFill>
                <a:effectLst/>
                <a:ea typeface="華康POP3體W12" pitchFamily="81" charset="-120"/>
              </a:rPr>
            </a:br>
            <a:endParaRPr lang="zh-TW" altLang="en-US" sz="4600" b="0">
              <a:solidFill>
                <a:schemeClr val="tx1"/>
              </a:solidFill>
              <a:effectLst/>
              <a:ea typeface="華康POP3體W12" pitchFamily="81" charset="-120"/>
            </a:endParaRPr>
          </a:p>
        </p:txBody>
      </p:sp>
      <p:sp>
        <p:nvSpPr>
          <p:cNvPr id="4" name="文字方塊 3"/>
          <p:cNvSpPr txBox="1"/>
          <p:nvPr/>
        </p:nvSpPr>
        <p:spPr>
          <a:xfrm>
            <a:off x="4572000" y="6517952"/>
            <a:ext cx="4219425" cy="369332"/>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p:txBody>
      </p:sp>
    </p:spTree>
    <p:extLst>
      <p:ext uri="{BB962C8B-B14F-4D97-AF65-F5344CB8AC3E}">
        <p14:creationId xmlns:p14="http://schemas.microsoft.com/office/powerpoint/2010/main" val="411983080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457200" y="152400"/>
            <a:ext cx="8362950" cy="755650"/>
          </a:xfrm>
          <a:noFill/>
        </p:spPr>
        <p:txBody>
          <a:bodyPr>
            <a:normAutofit fontScale="90000"/>
          </a:bodyPr>
          <a:lstStyle/>
          <a:p>
            <a:r>
              <a:rPr lang="en-US" altLang="zh-TW" sz="2400" dirty="0">
                <a:latin typeface="華康中特圓體" pitchFamily="49" charset="-120"/>
                <a:ea typeface="華康中特圓體" pitchFamily="49" charset="-120"/>
              </a:rPr>
              <a:t>○○</a:t>
            </a:r>
            <a:r>
              <a:rPr lang="zh-TW" altLang="en-US" sz="2400" b="0" dirty="0">
                <a:effectLst/>
                <a:latin typeface="華康中特圓體" pitchFamily="49" charset="-120"/>
                <a:ea typeface="華康中特圓體" pitchFamily="49" charset="-120"/>
              </a:rPr>
              <a:t>縣</a:t>
            </a:r>
            <a:r>
              <a:rPr lang="en-US" altLang="zh-TW" sz="2400" b="0" dirty="0">
                <a:effectLst/>
                <a:latin typeface="華康中特圓體" pitchFamily="49" charset="-120"/>
                <a:ea typeface="華康中特圓體" pitchFamily="49" charset="-120"/>
              </a:rPr>
              <a:t>○○</a:t>
            </a:r>
            <a:r>
              <a:rPr lang="zh-TW" altLang="en-US" sz="2400" b="0" dirty="0">
                <a:effectLst/>
                <a:latin typeface="華康中特圓體" pitchFamily="49" charset="-120"/>
                <a:ea typeface="華康中特圓體" pitchFamily="49" charset="-120"/>
              </a:rPr>
              <a:t>鄉鎮市</a:t>
            </a:r>
            <a:r>
              <a:rPr lang="en-US" altLang="zh-TW" sz="2400" b="0" dirty="0">
                <a:effectLst/>
                <a:latin typeface="華康中特圓體" pitchFamily="49" charset="-120"/>
                <a:ea typeface="華康中特圓體" pitchFamily="49" charset="-120"/>
              </a:rPr>
              <a:t>○○</a:t>
            </a:r>
            <a:r>
              <a:rPr lang="zh-TW" altLang="en-US" sz="2400" b="0" dirty="0">
                <a:effectLst/>
                <a:latin typeface="華康中特圓體" pitchFamily="49" charset="-120"/>
                <a:ea typeface="華康中特圓體" pitchFamily="49" charset="-120"/>
              </a:rPr>
              <a:t>社區發展協會收支預算表（範例）</a:t>
            </a:r>
            <a:br>
              <a:rPr lang="zh-TW" altLang="en-US" sz="2400" b="0" dirty="0">
                <a:effectLst/>
                <a:latin typeface="華康中特圓體" pitchFamily="49" charset="-120"/>
                <a:ea typeface="華康中特圓體" pitchFamily="49" charset="-120"/>
              </a:rPr>
            </a:br>
            <a:r>
              <a:rPr lang="zh-TW" altLang="en-US" sz="2400" b="0" dirty="0">
                <a:effectLst/>
                <a:latin typeface="華康中特圓體" pitchFamily="49" charset="-120"/>
                <a:ea typeface="華康中特圓體" pitchFamily="49" charset="-120"/>
              </a:rPr>
              <a:t>中華民國</a:t>
            </a:r>
            <a:r>
              <a:rPr lang="en-US" altLang="zh-TW" sz="2400" b="0" dirty="0">
                <a:solidFill>
                  <a:srgbClr val="FF0000"/>
                </a:solidFill>
                <a:effectLst/>
                <a:latin typeface="華康中特圓體" pitchFamily="49" charset="-120"/>
                <a:ea typeface="華康中特圓體" pitchFamily="49" charset="-120"/>
              </a:rPr>
              <a:t>115</a:t>
            </a:r>
            <a:r>
              <a:rPr lang="zh-TW" altLang="en-US" sz="2400" b="0" dirty="0">
                <a:solidFill>
                  <a:srgbClr val="FF0000"/>
                </a:solidFill>
                <a:effectLst/>
                <a:latin typeface="華康中特圓體" pitchFamily="49" charset="-120"/>
                <a:ea typeface="華康中特圓體" pitchFamily="49" charset="-120"/>
              </a:rPr>
              <a:t>年</a:t>
            </a:r>
            <a:r>
              <a:rPr lang="en-US" altLang="zh-TW" sz="2400" b="0" dirty="0">
                <a:solidFill>
                  <a:srgbClr val="FF0000"/>
                </a:solidFill>
                <a:effectLst/>
                <a:latin typeface="華康中特圓體" pitchFamily="49" charset="-120"/>
                <a:ea typeface="華康中特圓體" pitchFamily="49" charset="-120"/>
              </a:rPr>
              <a:t>01</a:t>
            </a:r>
            <a:r>
              <a:rPr lang="zh-TW" altLang="en-US" sz="2400" b="0" dirty="0">
                <a:solidFill>
                  <a:srgbClr val="FF0000"/>
                </a:solidFill>
                <a:effectLst/>
                <a:latin typeface="華康中特圓體" pitchFamily="49" charset="-120"/>
                <a:ea typeface="華康中特圓體" pitchFamily="49" charset="-120"/>
              </a:rPr>
              <a:t>月</a:t>
            </a:r>
            <a:r>
              <a:rPr lang="en-US" altLang="zh-TW" sz="2400" b="0" dirty="0">
                <a:solidFill>
                  <a:srgbClr val="FF0000"/>
                </a:solidFill>
                <a:effectLst/>
                <a:latin typeface="華康中特圓體" pitchFamily="49" charset="-120"/>
                <a:ea typeface="華康中特圓體" pitchFamily="49" charset="-120"/>
              </a:rPr>
              <a:t>01</a:t>
            </a:r>
            <a:r>
              <a:rPr lang="zh-TW" altLang="en-US" sz="2400" b="0" dirty="0">
                <a:solidFill>
                  <a:srgbClr val="FF0000"/>
                </a:solidFill>
                <a:effectLst/>
                <a:latin typeface="華康中特圓體" pitchFamily="49" charset="-120"/>
                <a:ea typeface="華康中特圓體" pitchFamily="49" charset="-120"/>
              </a:rPr>
              <a:t>日至</a:t>
            </a:r>
            <a:r>
              <a:rPr lang="en-US" altLang="zh-TW" sz="2400" b="0" dirty="0">
                <a:solidFill>
                  <a:srgbClr val="FF0000"/>
                </a:solidFill>
                <a:effectLst/>
                <a:latin typeface="華康中特圓體" pitchFamily="49" charset="-120"/>
                <a:ea typeface="華康中特圓體" pitchFamily="49" charset="-120"/>
              </a:rPr>
              <a:t>115</a:t>
            </a:r>
            <a:r>
              <a:rPr lang="zh-TW" altLang="en-US" sz="2400" b="0" dirty="0">
                <a:solidFill>
                  <a:srgbClr val="FF0000"/>
                </a:solidFill>
                <a:effectLst/>
                <a:latin typeface="華康中特圓體" pitchFamily="49" charset="-120"/>
                <a:ea typeface="華康中特圓體" pitchFamily="49" charset="-120"/>
              </a:rPr>
              <a:t>年</a:t>
            </a:r>
            <a:r>
              <a:rPr lang="en-US" altLang="zh-TW" sz="2400" b="0" dirty="0">
                <a:solidFill>
                  <a:srgbClr val="FF0000"/>
                </a:solidFill>
                <a:effectLst/>
                <a:latin typeface="華康中特圓體" pitchFamily="49" charset="-120"/>
                <a:ea typeface="華康中特圓體" pitchFamily="49" charset="-120"/>
              </a:rPr>
              <a:t>12</a:t>
            </a:r>
            <a:r>
              <a:rPr lang="zh-TW" altLang="en-US" sz="2400" b="0" dirty="0">
                <a:solidFill>
                  <a:srgbClr val="FF0000"/>
                </a:solidFill>
                <a:effectLst/>
                <a:latin typeface="華康中特圓體" pitchFamily="49" charset="-120"/>
                <a:ea typeface="華康中特圓體" pitchFamily="49" charset="-120"/>
              </a:rPr>
              <a:t>月</a:t>
            </a:r>
            <a:r>
              <a:rPr lang="en-US" altLang="zh-TW" sz="2400" b="0" dirty="0">
                <a:solidFill>
                  <a:srgbClr val="FF0000"/>
                </a:solidFill>
                <a:effectLst/>
                <a:latin typeface="華康中特圓體" pitchFamily="49" charset="-120"/>
                <a:ea typeface="華康中特圓體" pitchFamily="49" charset="-120"/>
              </a:rPr>
              <a:t>31</a:t>
            </a:r>
            <a:r>
              <a:rPr lang="zh-TW" altLang="en-US" sz="2400" b="0" dirty="0">
                <a:solidFill>
                  <a:srgbClr val="FF0000"/>
                </a:solidFill>
                <a:effectLst/>
                <a:latin typeface="華康中特圓體" pitchFamily="49" charset="-120"/>
                <a:ea typeface="華康中特圓體" pitchFamily="49" charset="-120"/>
              </a:rPr>
              <a:t>日</a:t>
            </a:r>
            <a:r>
              <a:rPr lang="zh-TW" altLang="en-US" sz="2400" b="0" dirty="0">
                <a:effectLst/>
                <a:latin typeface="華康中特圓體" pitchFamily="49" charset="-120"/>
                <a:ea typeface="華康中特圓體" pitchFamily="49" charset="-120"/>
              </a:rPr>
              <a:t> </a:t>
            </a:r>
          </a:p>
        </p:txBody>
      </p:sp>
      <p:graphicFrame>
        <p:nvGraphicFramePr>
          <p:cNvPr id="185451" name="Group 1131"/>
          <p:cNvGraphicFramePr>
            <a:graphicFrameLocks noGrp="1"/>
          </p:cNvGraphicFramePr>
          <p:nvPr>
            <p:ph idx="1"/>
          </p:nvPr>
        </p:nvGraphicFramePr>
        <p:xfrm>
          <a:off x="395288" y="1106488"/>
          <a:ext cx="8569325" cy="5852160"/>
        </p:xfrm>
        <a:graphic>
          <a:graphicData uri="http://schemas.openxmlformats.org/drawingml/2006/table">
            <a:tbl>
              <a:tblPr/>
              <a:tblGrid>
                <a:gridCol w="277812">
                  <a:extLst>
                    <a:ext uri="{9D8B030D-6E8A-4147-A177-3AD203B41FA5}">
                      <a16:colId xmlns:a16="http://schemas.microsoft.com/office/drawing/2014/main" val="20000"/>
                    </a:ext>
                  </a:extLst>
                </a:gridCol>
                <a:gridCol w="276225">
                  <a:extLst>
                    <a:ext uri="{9D8B030D-6E8A-4147-A177-3AD203B41FA5}">
                      <a16:colId xmlns:a16="http://schemas.microsoft.com/office/drawing/2014/main" val="20001"/>
                    </a:ext>
                  </a:extLst>
                </a:gridCol>
                <a:gridCol w="279400">
                  <a:extLst>
                    <a:ext uri="{9D8B030D-6E8A-4147-A177-3AD203B41FA5}">
                      <a16:colId xmlns:a16="http://schemas.microsoft.com/office/drawing/2014/main" val="20002"/>
                    </a:ext>
                  </a:extLst>
                </a:gridCol>
                <a:gridCol w="2501900">
                  <a:extLst>
                    <a:ext uri="{9D8B030D-6E8A-4147-A177-3AD203B41FA5}">
                      <a16:colId xmlns:a16="http://schemas.microsoft.com/office/drawing/2014/main" val="20003"/>
                    </a:ext>
                  </a:extLst>
                </a:gridCol>
                <a:gridCol w="901700">
                  <a:extLst>
                    <a:ext uri="{9D8B030D-6E8A-4147-A177-3AD203B41FA5}">
                      <a16:colId xmlns:a16="http://schemas.microsoft.com/office/drawing/2014/main" val="20004"/>
                    </a:ext>
                  </a:extLst>
                </a:gridCol>
                <a:gridCol w="935038">
                  <a:extLst>
                    <a:ext uri="{9D8B030D-6E8A-4147-A177-3AD203B41FA5}">
                      <a16:colId xmlns:a16="http://schemas.microsoft.com/office/drawing/2014/main" val="20005"/>
                    </a:ext>
                  </a:extLst>
                </a:gridCol>
                <a:gridCol w="790575">
                  <a:extLst>
                    <a:ext uri="{9D8B030D-6E8A-4147-A177-3AD203B41FA5}">
                      <a16:colId xmlns:a16="http://schemas.microsoft.com/office/drawing/2014/main" val="20006"/>
                    </a:ext>
                  </a:extLst>
                </a:gridCol>
                <a:gridCol w="788987">
                  <a:extLst>
                    <a:ext uri="{9D8B030D-6E8A-4147-A177-3AD203B41FA5}">
                      <a16:colId xmlns:a16="http://schemas.microsoft.com/office/drawing/2014/main" val="20007"/>
                    </a:ext>
                  </a:extLst>
                </a:gridCol>
                <a:gridCol w="1817688">
                  <a:extLst>
                    <a:ext uri="{9D8B030D-6E8A-4147-A177-3AD203B41FA5}">
                      <a16:colId xmlns:a16="http://schemas.microsoft.com/office/drawing/2014/main" val="20008"/>
                    </a:ext>
                  </a:extLst>
                </a:gridCol>
              </a:tblGrid>
              <a:tr h="215900">
                <a:tc gridSpan="4">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科                       目</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預算數</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上年度</a:t>
                      </a:r>
                      <a:endParaRPr kumimoji="0" lang="zh-TW" altLang="en-US" sz="1800" b="1" i="0" u="none" strike="noStrike" cap="none" normalizeH="0" baseline="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預算數</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本年度與上年</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度預算比較數</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說明</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7013">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款</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項</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目</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項          目</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TW" altLang="en-US"/>
                    </a:p>
                  </a:txBody>
                  <a:tcPr/>
                </a:tc>
                <a:tc vMerge="1">
                  <a:txBody>
                    <a:bodyPr/>
                    <a:lstStyle/>
                    <a:p>
                      <a:endParaRPr lang="zh-TW" altLang="en-US"/>
                    </a:p>
                  </a:txBody>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增 加</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減 少</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8925">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1</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2400" b="1" i="0" u="none" strike="noStrike" cap="none" normalizeH="0" baseline="0">
                          <a:ln>
                            <a:noFill/>
                          </a:ln>
                          <a:solidFill>
                            <a:srgbClr val="00FF00"/>
                          </a:solidFill>
                          <a:effectLst/>
                          <a:latin typeface="標楷體" panose="03000509000000000000" pitchFamily="65" charset="-120"/>
                          <a:ea typeface="標楷體" panose="03000509000000000000" pitchFamily="65" charset="-120"/>
                          <a:cs typeface="Times New Roman" panose="02020603050405020304" pitchFamily="18" charset="0"/>
                        </a:rPr>
                        <a:t>經費收入</a:t>
                      </a:r>
                      <a:endParaRPr kumimoji="0" lang="zh-TW" altLang="en-US" sz="2400" b="1" i="0" u="none" strike="noStrike" cap="none" normalizeH="0" baseline="0">
                        <a:ln>
                          <a:noFill/>
                        </a:ln>
                        <a:solidFill>
                          <a:srgbClr val="00FF00"/>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0000"/>
                          </a:solidFill>
                          <a:effectLst/>
                          <a:latin typeface="標楷體" panose="03000509000000000000" pitchFamily="65" charset="-120"/>
                          <a:ea typeface="標楷體" panose="03000509000000000000" pitchFamily="65" charset="-120"/>
                          <a:cs typeface="Times New Roman" panose="02020603050405020304" pitchFamily="18" charset="0"/>
                        </a:rPr>
                        <a:t>303000</a:t>
                      </a:r>
                      <a:endParaRPr kumimoji="0" lang="en-US" altLang="zh-TW" sz="1800" b="1" i="0" u="none" strike="noStrike" cap="none" normalizeH="0" baseline="0">
                        <a:ln>
                          <a:noFill/>
                        </a:ln>
                        <a:solidFill>
                          <a:srgbClr val="FF0000"/>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8775">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1</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會費收入</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00"/>
                          </a:solidFill>
                          <a:effectLst/>
                          <a:latin typeface="標楷體" panose="03000509000000000000" pitchFamily="65" charset="-120"/>
                          <a:ea typeface="標楷體" panose="03000509000000000000" pitchFamily="65" charset="-120"/>
                          <a:cs typeface="Times New Roman" panose="02020603050405020304" pitchFamily="18" charset="0"/>
                        </a:rPr>
                        <a:t>41000</a:t>
                      </a:r>
                      <a:endParaRPr kumimoji="0" lang="en-US" altLang="zh-TW" sz="1800" b="1" i="0" u="none" strike="noStrike" cap="none" normalizeH="0" baseline="0">
                        <a:ln>
                          <a:noFill/>
                        </a:ln>
                        <a:solidFill>
                          <a:srgbClr val="FFFF00"/>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8925">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1</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會員入會費</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1000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2*500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8925">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2</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會員常年會費</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40000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80*500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8925">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2</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建設基金孳息</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00"/>
                          </a:solidFill>
                          <a:effectLst/>
                          <a:latin typeface="標楷體" panose="03000509000000000000" pitchFamily="65" charset="-120"/>
                          <a:ea typeface="標楷體" panose="03000509000000000000" pitchFamily="65" charset="-120"/>
                          <a:cs typeface="Times New Roman" panose="02020603050405020304" pitchFamily="18" charset="0"/>
                        </a:rPr>
                        <a:t>12000</a:t>
                      </a:r>
                      <a:endParaRPr kumimoji="0" lang="en-US" altLang="zh-TW" sz="1800" b="1" i="0" u="none" strike="noStrike" cap="none" normalizeH="0" baseline="0">
                        <a:ln>
                          <a:noFill/>
                        </a:ln>
                        <a:solidFill>
                          <a:srgbClr val="FFFF00"/>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8925">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3</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上級機關補助經費</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00"/>
                          </a:solidFill>
                          <a:effectLst/>
                          <a:latin typeface="標楷體" panose="03000509000000000000" pitchFamily="65" charset="-120"/>
                          <a:ea typeface="標楷體" panose="03000509000000000000" pitchFamily="65" charset="-120"/>
                          <a:cs typeface="Times New Roman" panose="02020603050405020304" pitchFamily="18" charset="0"/>
                        </a:rPr>
                        <a:t>40000</a:t>
                      </a:r>
                      <a:endParaRPr kumimoji="0" lang="en-US" altLang="zh-TW" sz="1800" b="1" i="0" u="none" strike="noStrike" cap="none" normalizeH="0" baseline="0">
                        <a:ln>
                          <a:noFill/>
                        </a:ln>
                        <a:solidFill>
                          <a:srgbClr val="FFFF00"/>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8925">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1</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縣府補助</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20000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活動名稱</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8925">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2</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公所補助</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20000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活動名稱</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0675">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4</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機關團體個人贊助經費</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00"/>
                          </a:solidFill>
                          <a:effectLst/>
                          <a:latin typeface="標楷體" panose="03000509000000000000" pitchFamily="65" charset="-120"/>
                          <a:ea typeface="標楷體" panose="03000509000000000000" pitchFamily="65" charset="-120"/>
                          <a:cs typeface="Times New Roman" panose="02020603050405020304" pitchFamily="18" charset="0"/>
                        </a:rPr>
                        <a:t>40000</a:t>
                      </a:r>
                      <a:endParaRPr kumimoji="0" lang="en-US" altLang="zh-TW" sz="1800" b="1" i="0" u="none" strike="noStrike" cap="none" normalizeH="0" baseline="0">
                        <a:ln>
                          <a:noFill/>
                        </a:ln>
                        <a:solidFill>
                          <a:srgbClr val="FFFF00"/>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263">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1</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中油石化事業部</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20000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活動名稱</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263">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2</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永安天然氣場</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20000</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活動名稱</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263">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5</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專案收入</a:t>
                      </a: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魅力社區</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00"/>
                          </a:solidFill>
                          <a:effectLst/>
                          <a:latin typeface="標楷體" panose="03000509000000000000" pitchFamily="65" charset="-120"/>
                          <a:ea typeface="標楷體" panose="03000509000000000000" pitchFamily="65" charset="-120"/>
                          <a:cs typeface="Times New Roman" panose="02020603050405020304" pitchFamily="18" charset="0"/>
                        </a:rPr>
                        <a:t>30000</a:t>
                      </a:r>
                      <a:endParaRPr kumimoji="0" lang="en-US" altLang="zh-TW" sz="1800" b="1" i="0" u="none" strike="noStrike" cap="none" normalizeH="0" baseline="0">
                        <a:ln>
                          <a:noFill/>
                        </a:ln>
                        <a:solidFill>
                          <a:srgbClr val="FFFF00"/>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志願服務課程</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22263">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6</a:t>
                      </a:r>
                      <a:endParaRPr kumimoji="0" lang="en-US" altLang="zh-TW"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專案收入</a:t>
                      </a: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關懷據點</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00"/>
                          </a:solidFill>
                          <a:effectLst/>
                          <a:latin typeface="標楷體" panose="03000509000000000000" pitchFamily="65" charset="-120"/>
                          <a:ea typeface="標楷體" panose="03000509000000000000" pitchFamily="65" charset="-120"/>
                          <a:cs typeface="Times New Roman" panose="02020603050405020304" pitchFamily="18" charset="0"/>
                        </a:rPr>
                        <a:t>140000</a:t>
                      </a:r>
                      <a:endParaRPr kumimoji="0" lang="en-US" altLang="zh-TW" sz="1800" b="1" i="0" u="none" strike="noStrike" cap="none" normalizeH="0" baseline="0">
                        <a:ln>
                          <a:noFill/>
                        </a:ln>
                        <a:solidFill>
                          <a:srgbClr val="FFFF00"/>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None/>
                        <a:tabLst/>
                      </a:pPr>
                      <a:endParaRPr kumimoji="0" lang="zh-TW" altLang="en-US"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panose="020B0604020202020204" pitchFamily="34" charset="0"/>
                        <a:defRPr sz="28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defRPr sz="24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defRPr sz="20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defRPr>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業務費</a:t>
                      </a:r>
                      <a:r>
                        <a:rPr kumimoji="0" lang="en-US" altLang="zh-TW"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a:t>
                      </a:r>
                      <a:r>
                        <a:rPr kumimoji="0" lang="zh-TW" altLang="en-US" sz="1800" b="1" i="0" u="none" strike="noStrike" cap="none" normalizeH="0" baseline="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志工費</a:t>
                      </a:r>
                      <a:endParaRPr kumimoji="0" lang="zh-TW" altLang="en-US" sz="1800" b="1" i="0" u="none" strike="noStrike" cap="none" normalizeH="0" baseline="0">
                        <a:ln>
                          <a:noFill/>
                        </a:ln>
                        <a:solidFill>
                          <a:schemeClr val="tx1"/>
                        </a:solidFill>
                        <a:effectLst/>
                        <a:latin typeface="Arial" panose="020B0604020202020204" pitchFamily="34" charset="0"/>
                        <a:ea typeface="標楷體" panose="03000509000000000000" pitchFamily="65" charset="-12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
        <p:nvSpPr>
          <p:cNvPr id="59552" name="Oval 15"/>
          <p:cNvSpPr>
            <a:spLocks noChangeArrowheads="1"/>
          </p:cNvSpPr>
          <p:nvPr/>
        </p:nvSpPr>
        <p:spPr bwMode="auto">
          <a:xfrm>
            <a:off x="250825" y="1773238"/>
            <a:ext cx="1296988" cy="360362"/>
          </a:xfrm>
          <a:prstGeom prst="ellipse">
            <a:avLst/>
          </a:pr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endParaRPr lang="zh-TW" altLang="en-US" sz="1800" b="0">
              <a:latin typeface="Calibri" panose="020F0502020204030204" pitchFamily="34" charset="0"/>
            </a:endParaRPr>
          </a:p>
        </p:txBody>
      </p:sp>
      <p:sp>
        <p:nvSpPr>
          <p:cNvPr id="59553" name="文字方塊 1"/>
          <p:cNvSpPr txBox="1">
            <a:spLocks noChangeArrowheads="1"/>
          </p:cNvSpPr>
          <p:nvPr/>
        </p:nvSpPr>
        <p:spPr bwMode="auto">
          <a:xfrm>
            <a:off x="4716463" y="2636838"/>
            <a:ext cx="2376487" cy="825500"/>
          </a:xfrm>
          <a:prstGeom prst="rect">
            <a:avLst/>
          </a:prstGeom>
          <a:solidFill>
            <a:srgbClr val="FFFF00"/>
          </a:solidFill>
          <a:ln>
            <a:noFill/>
          </a:ln>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1600" b="0" dirty="0">
                <a:latin typeface="華康中特圓體" pitchFamily="49" charset="-120"/>
                <a:ea typeface="華康中特圓體" pitchFamily="49" charset="-120"/>
              </a:rPr>
              <a:t>1.</a:t>
            </a:r>
            <a:r>
              <a:rPr kumimoji="1" lang="zh-TW" altLang="en-US" sz="1600" b="0" dirty="0">
                <a:latin typeface="華康中特圓體" pitchFamily="49" charset="-120"/>
                <a:ea typeface="華康中特圓體" pitchFamily="49" charset="-120"/>
              </a:rPr>
              <a:t>款為項之總和</a:t>
            </a:r>
          </a:p>
          <a:p>
            <a:pPr eaLnBrk="1" hangingPunct="1">
              <a:spcBef>
                <a:spcPct val="0"/>
              </a:spcBef>
              <a:buClrTx/>
              <a:buFontTx/>
              <a:buNone/>
            </a:pPr>
            <a:r>
              <a:rPr kumimoji="1" lang="en-US" altLang="zh-TW" sz="1600" b="0" dirty="0">
                <a:latin typeface="華康中特圓體" pitchFamily="49" charset="-120"/>
                <a:ea typeface="華康中特圓體" pitchFamily="49" charset="-120"/>
              </a:rPr>
              <a:t>2.</a:t>
            </a:r>
            <a:r>
              <a:rPr kumimoji="1" lang="zh-TW" altLang="en-US" sz="1600" b="0" dirty="0">
                <a:latin typeface="華康中特圓體" pitchFamily="49" charset="-120"/>
                <a:ea typeface="華康中特圓體" pitchFamily="49" charset="-120"/>
              </a:rPr>
              <a:t>項為目之總和</a:t>
            </a:r>
          </a:p>
          <a:p>
            <a:pPr eaLnBrk="1" hangingPunct="1">
              <a:spcBef>
                <a:spcPct val="0"/>
              </a:spcBef>
              <a:buClrTx/>
              <a:buFontTx/>
              <a:buNone/>
            </a:pPr>
            <a:r>
              <a:rPr kumimoji="1" lang="en-US" altLang="zh-TW" sz="1600" b="0" dirty="0">
                <a:latin typeface="華康中特圓體" pitchFamily="49" charset="-120"/>
                <a:ea typeface="華康中特圓體" pitchFamily="49" charset="-120"/>
              </a:rPr>
              <a:t>3.</a:t>
            </a:r>
            <a:r>
              <a:rPr kumimoji="1" lang="zh-TW" altLang="en-US" sz="1600" b="0" dirty="0">
                <a:latin typeface="華康中特圓體" pitchFamily="49" charset="-120"/>
                <a:ea typeface="華康中特圓體" pitchFamily="49" charset="-120"/>
              </a:rPr>
              <a:t>但款不為項目之總和</a:t>
            </a:r>
          </a:p>
        </p:txBody>
      </p:sp>
      <p:sp>
        <p:nvSpPr>
          <p:cNvPr id="6" name="文字方塊 5"/>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30216871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83298"/>
                                        </p:tgtEl>
                                        <p:attrNameLst>
                                          <p:attrName>style.visibility</p:attrName>
                                        </p:attrNameLst>
                                      </p:cBhvr>
                                      <p:to>
                                        <p:strVal val="visible"/>
                                      </p:to>
                                    </p:set>
                                    <p:anim calcmode="lin" valueType="num">
                                      <p:cBhvr>
                                        <p:cTn id="7" dur="500" fill="hold"/>
                                        <p:tgtEl>
                                          <p:spTgt spid="183298"/>
                                        </p:tgtEl>
                                        <p:attrNameLst>
                                          <p:attrName>ppt_w</p:attrName>
                                        </p:attrNameLst>
                                      </p:cBhvr>
                                      <p:tavLst>
                                        <p:tav tm="0">
                                          <p:val>
                                            <p:fltVal val="0"/>
                                          </p:val>
                                        </p:tav>
                                        <p:tav tm="100000">
                                          <p:val>
                                            <p:strVal val="#ppt_w"/>
                                          </p:val>
                                        </p:tav>
                                      </p:tavLst>
                                    </p:anim>
                                    <p:anim calcmode="lin" valueType="num">
                                      <p:cBhvr>
                                        <p:cTn id="8" dur="500" fill="hold"/>
                                        <p:tgtEl>
                                          <p:spTgt spid="183298"/>
                                        </p:tgtEl>
                                        <p:attrNameLst>
                                          <p:attrName>ppt_h</p:attrName>
                                        </p:attrNameLst>
                                      </p:cBhvr>
                                      <p:tavLst>
                                        <p:tav tm="0">
                                          <p:val>
                                            <p:fltVal val="0"/>
                                          </p:val>
                                        </p:tav>
                                        <p:tav tm="100000">
                                          <p:val>
                                            <p:strVal val="#ppt_h"/>
                                          </p:val>
                                        </p:tav>
                                      </p:tavLst>
                                    </p:anim>
                                    <p:animEffect transition="in" filter="fade">
                                      <p:cBhvr>
                                        <p:cTn id="9" dur="500"/>
                                        <p:tgtEl>
                                          <p:spTgt spid="183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88474" name="Group 1082"/>
          <p:cNvGraphicFramePr>
            <a:graphicFrameLocks noGrp="1"/>
          </p:cNvGraphicFramePr>
          <p:nvPr>
            <p:ph/>
          </p:nvPr>
        </p:nvGraphicFramePr>
        <p:xfrm>
          <a:off x="457200" y="152400"/>
          <a:ext cx="8435975" cy="5486400"/>
        </p:xfrm>
        <a:graphic>
          <a:graphicData uri="http://schemas.openxmlformats.org/drawingml/2006/table">
            <a:tbl>
              <a:tblPr/>
              <a:tblGrid>
                <a:gridCol w="277813">
                  <a:extLst>
                    <a:ext uri="{9D8B030D-6E8A-4147-A177-3AD203B41FA5}">
                      <a16:colId xmlns:a16="http://schemas.microsoft.com/office/drawing/2014/main" val="20000"/>
                    </a:ext>
                  </a:extLst>
                </a:gridCol>
                <a:gridCol w="277812">
                  <a:extLst>
                    <a:ext uri="{9D8B030D-6E8A-4147-A177-3AD203B41FA5}">
                      <a16:colId xmlns:a16="http://schemas.microsoft.com/office/drawing/2014/main" val="20001"/>
                    </a:ext>
                  </a:extLst>
                </a:gridCol>
                <a:gridCol w="279400">
                  <a:extLst>
                    <a:ext uri="{9D8B030D-6E8A-4147-A177-3AD203B41FA5}">
                      <a16:colId xmlns:a16="http://schemas.microsoft.com/office/drawing/2014/main" val="20002"/>
                    </a:ext>
                  </a:extLst>
                </a:gridCol>
                <a:gridCol w="2774950">
                  <a:extLst>
                    <a:ext uri="{9D8B030D-6E8A-4147-A177-3AD203B41FA5}">
                      <a16:colId xmlns:a16="http://schemas.microsoft.com/office/drawing/2014/main" val="20003"/>
                    </a:ext>
                  </a:extLst>
                </a:gridCol>
                <a:gridCol w="1009650">
                  <a:extLst>
                    <a:ext uri="{9D8B030D-6E8A-4147-A177-3AD203B41FA5}">
                      <a16:colId xmlns:a16="http://schemas.microsoft.com/office/drawing/2014/main" val="20004"/>
                    </a:ext>
                  </a:extLst>
                </a:gridCol>
                <a:gridCol w="955675">
                  <a:extLst>
                    <a:ext uri="{9D8B030D-6E8A-4147-A177-3AD203B41FA5}">
                      <a16:colId xmlns:a16="http://schemas.microsoft.com/office/drawing/2014/main" val="20005"/>
                    </a:ext>
                  </a:extLst>
                </a:gridCol>
                <a:gridCol w="771525">
                  <a:extLst>
                    <a:ext uri="{9D8B030D-6E8A-4147-A177-3AD203B41FA5}">
                      <a16:colId xmlns:a16="http://schemas.microsoft.com/office/drawing/2014/main" val="20006"/>
                    </a:ext>
                  </a:extLst>
                </a:gridCol>
                <a:gridCol w="792163">
                  <a:extLst>
                    <a:ext uri="{9D8B030D-6E8A-4147-A177-3AD203B41FA5}">
                      <a16:colId xmlns:a16="http://schemas.microsoft.com/office/drawing/2014/main" val="20007"/>
                    </a:ext>
                  </a:extLst>
                </a:gridCol>
                <a:gridCol w="1296987">
                  <a:extLst>
                    <a:ext uri="{9D8B030D-6E8A-4147-A177-3AD203B41FA5}">
                      <a16:colId xmlns:a16="http://schemas.microsoft.com/office/drawing/2014/main" val="20008"/>
                    </a:ext>
                  </a:extLst>
                </a:gridCol>
              </a:tblGrid>
              <a:tr h="288925">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2400" b="1" i="0" u="none" strike="noStrike" cap="none" normalizeH="0" baseline="0">
                          <a:ln>
                            <a:noFill/>
                          </a:ln>
                          <a:solidFill>
                            <a:srgbClr val="00FF00"/>
                          </a:solidFill>
                          <a:effectLst/>
                          <a:latin typeface="標楷體" pitchFamily="65" charset="-120"/>
                          <a:ea typeface="標楷體" pitchFamily="65" charset="-120"/>
                          <a:cs typeface="Times New Roman" pitchFamily="18" charset="0"/>
                        </a:rPr>
                        <a:t>經費支出</a:t>
                      </a:r>
                      <a:endParaRPr kumimoji="0" lang="zh-TW" altLang="en-US" sz="2400" b="1" i="0" u="none" strike="noStrike" cap="none" normalizeH="0" baseline="0">
                        <a:ln>
                          <a:noFill/>
                        </a:ln>
                        <a:solidFill>
                          <a:srgbClr val="00FF00"/>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0000"/>
                          </a:solidFill>
                          <a:effectLst/>
                          <a:latin typeface="標楷體" pitchFamily="65" charset="-120"/>
                          <a:ea typeface="標楷體" pitchFamily="65" charset="-120"/>
                          <a:cs typeface="Times New Roman" pitchFamily="18" charset="0"/>
                        </a:rPr>
                        <a:t>303000</a:t>
                      </a:r>
                      <a:endParaRPr kumimoji="0" lang="en-US" altLang="zh-TW" sz="1800" b="1" i="0" u="none" strike="noStrike" cap="none" normalizeH="0" baseline="0">
                        <a:ln>
                          <a:noFill/>
                        </a:ln>
                        <a:solidFill>
                          <a:srgbClr val="FF0000"/>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892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各項會議費用</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00"/>
                          </a:solidFill>
                          <a:effectLst/>
                          <a:latin typeface="標楷體" pitchFamily="65" charset="-120"/>
                          <a:ea typeface="標楷體" pitchFamily="65" charset="-120"/>
                          <a:cs typeface="Times New Roman" pitchFamily="18" charset="0"/>
                        </a:rPr>
                        <a:t>32500</a:t>
                      </a:r>
                      <a:endParaRPr kumimoji="0" lang="en-US" altLang="zh-TW" sz="1800" b="1" i="0" u="none" strike="noStrike" cap="none" normalizeH="0" baseline="0">
                        <a:ln>
                          <a:noFill/>
                        </a:ln>
                        <a:solidFill>
                          <a:srgbClr val="FFFF00"/>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892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會員大會</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22500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9*2500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892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理監事會</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10000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4*2500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892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業務費</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00"/>
                          </a:solidFill>
                          <a:effectLst/>
                          <a:latin typeface="標楷體" pitchFamily="65" charset="-120"/>
                          <a:ea typeface="標楷體" pitchFamily="65" charset="-120"/>
                          <a:cs typeface="Times New Roman" pitchFamily="18" charset="0"/>
                        </a:rPr>
                        <a:t>35500</a:t>
                      </a:r>
                      <a:endParaRPr kumimoji="0" lang="en-US" altLang="zh-TW" sz="1800" b="1" i="0" u="none" strike="noStrike" cap="none" normalizeH="0" baseline="0">
                        <a:ln>
                          <a:noFill/>
                        </a:ln>
                        <a:solidFill>
                          <a:srgbClr val="FFFF00"/>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892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社區活動中心水電費</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2500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892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相片沖洗文具印刷費</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892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3</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聘請工作人員津貼</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26000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13*2000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892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4</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器材物品維護費</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5000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892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3</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購贈會員紀念品</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00"/>
                          </a:solidFill>
                          <a:effectLst/>
                          <a:latin typeface="標楷體" pitchFamily="65" charset="-120"/>
                          <a:ea typeface="標楷體" pitchFamily="65" charset="-120"/>
                          <a:cs typeface="Times New Roman" pitchFamily="18" charset="0"/>
                        </a:rPr>
                        <a:t>18000</a:t>
                      </a:r>
                      <a:endParaRPr kumimoji="0" lang="en-US" altLang="zh-TW" sz="1800" b="1" i="0" u="none" strike="noStrike" cap="none" normalizeH="0" baseline="0">
                        <a:ln>
                          <a:noFill/>
                        </a:ln>
                        <a:solidFill>
                          <a:srgbClr val="FFFF00"/>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80+10*200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8892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4</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會員自強活動</a:t>
                      </a: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補貼</a:t>
                      </a: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00"/>
                          </a:solidFill>
                          <a:effectLst/>
                          <a:latin typeface="標楷體" pitchFamily="65" charset="-120"/>
                          <a:ea typeface="標楷體" pitchFamily="65" charset="-120"/>
                          <a:cs typeface="Times New Roman" pitchFamily="18" charset="0"/>
                        </a:rPr>
                        <a:t>40000</a:t>
                      </a:r>
                      <a:endParaRPr kumimoji="0" lang="en-US" altLang="zh-TW" sz="1800" b="1" i="0" u="none" strike="noStrike" cap="none" normalizeH="0" baseline="0">
                        <a:ln>
                          <a:noFill/>
                        </a:ln>
                        <a:solidFill>
                          <a:srgbClr val="FFFF00"/>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80*500</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8892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5</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預備金</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00"/>
                          </a:solidFill>
                          <a:effectLst/>
                          <a:latin typeface="標楷體" pitchFamily="65" charset="-120"/>
                          <a:ea typeface="標楷體" pitchFamily="65" charset="-120"/>
                          <a:cs typeface="Times New Roman" pitchFamily="18" charset="0"/>
                        </a:rPr>
                        <a:t>7000</a:t>
                      </a:r>
                      <a:endParaRPr kumimoji="0" lang="en-US" altLang="zh-TW" sz="1800" b="1" i="0" u="none" strike="noStrike" cap="none" normalizeH="0" baseline="0">
                        <a:ln>
                          <a:noFill/>
                        </a:ln>
                        <a:solidFill>
                          <a:srgbClr val="FFFF00"/>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8892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6</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專案支出</a:t>
                      </a: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執行魅力社區</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00"/>
                          </a:solidFill>
                          <a:effectLst/>
                          <a:latin typeface="標楷體" pitchFamily="65" charset="-120"/>
                          <a:ea typeface="標楷體" pitchFamily="65" charset="-120"/>
                          <a:cs typeface="Times New Roman" pitchFamily="18" charset="0"/>
                        </a:rPr>
                        <a:t>30000</a:t>
                      </a:r>
                      <a:endParaRPr kumimoji="0" lang="en-US" altLang="zh-TW" sz="1800" b="1" i="0" u="none" strike="noStrike" cap="none" normalizeH="0" baseline="0">
                        <a:ln>
                          <a:noFill/>
                        </a:ln>
                        <a:solidFill>
                          <a:srgbClr val="FFFF00"/>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88925">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7</a:t>
                      </a:r>
                      <a:endParaRPr kumimoji="0" lang="en-US" altLang="zh-TW" sz="1800" b="1" i="0" u="none" strike="noStrike" cap="none" normalizeH="0" baseline="0">
                        <a:ln>
                          <a:noFill/>
                        </a:ln>
                        <a:solidFill>
                          <a:schemeClr val="tx1"/>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專案支出</a:t>
                      </a:r>
                      <a:endParaRPr kumimoji="0" lang="zh-TW" altLang="en-US" sz="1800" b="1" i="0" u="none" strike="noStrike" cap="none" normalizeH="0" baseline="0">
                        <a:ln>
                          <a:noFill/>
                        </a:ln>
                        <a:solidFill>
                          <a:schemeClr val="tx1"/>
                        </a:solidFill>
                        <a:effectLst/>
                        <a:latin typeface="Arial" charset="0"/>
                        <a:ea typeface="標楷體" pitchFamily="65" charset="-120"/>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a:t>
                      </a:r>
                      <a:r>
                        <a:rPr kumimoji="0" lang="zh-TW" altLang="en-US" sz="1800" b="1" i="0" u="none" strike="noStrike" cap="none" normalizeH="0" baseline="0">
                          <a:ln>
                            <a:noFill/>
                          </a:ln>
                          <a:solidFill>
                            <a:schemeClr val="tx1"/>
                          </a:solidFill>
                          <a:effectLst/>
                          <a:latin typeface="標楷體" pitchFamily="65" charset="-120"/>
                          <a:ea typeface="標楷體" pitchFamily="65" charset="-120"/>
                          <a:cs typeface="Times New Roman" pitchFamily="18" charset="0"/>
                        </a:rPr>
                        <a:t>執行社區關懷據點</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342900" marR="0" lvl="0" indent="-342900" algn="r" defTabSz="914400" rtl="0" eaLnBrk="0" fontAlgn="base" latinLnBrk="0" hangingPunct="0">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00"/>
                          </a:solidFill>
                          <a:effectLst/>
                          <a:latin typeface="標楷體" pitchFamily="65" charset="-120"/>
                          <a:ea typeface="標楷體" pitchFamily="65" charset="-120"/>
                          <a:cs typeface="Times New Roman" pitchFamily="18" charset="0"/>
                        </a:rPr>
                        <a:t>140000</a:t>
                      </a:r>
                      <a:endParaRPr kumimoji="0" lang="en-US" altLang="zh-TW" sz="1800" b="1" i="0" u="none" strike="noStrike" cap="none" normalizeH="0" baseline="0">
                        <a:ln>
                          <a:noFill/>
                        </a:ln>
                        <a:solidFill>
                          <a:srgbClr val="FFFF00"/>
                        </a:solidFill>
                        <a:effectLst/>
                        <a:latin typeface="Arial" charset="0"/>
                        <a:ea typeface="標楷體" pitchFamily="65" charset="-12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accent1"/>
                        </a:buClr>
                        <a:buFont typeface="Arial" charset="0"/>
                        <a:defRPr sz="2800">
                          <a:solidFill>
                            <a:schemeClr val="tx1"/>
                          </a:solidFill>
                          <a:latin typeface="Arial" charset="0"/>
                        </a:defRPr>
                      </a:lvl1pPr>
                      <a:lvl2pPr marL="742950" indent="-285750" algn="l" eaLnBrk="0" hangingPunct="0">
                        <a:spcBef>
                          <a:spcPct val="20000"/>
                        </a:spcBef>
                        <a:buClr>
                          <a:schemeClr val="accent2"/>
                        </a:buClr>
                        <a:buFont typeface="Arial" charset="0"/>
                        <a:defRPr sz="2400">
                          <a:solidFill>
                            <a:schemeClr val="tx1"/>
                          </a:solidFill>
                          <a:latin typeface="Arial" charset="0"/>
                        </a:defRPr>
                      </a:lvl2pPr>
                      <a:lvl3pPr marL="1143000" indent="-228600" algn="l" eaLnBrk="0" hangingPunct="0">
                        <a:spcBef>
                          <a:spcPct val="20000"/>
                        </a:spcBef>
                        <a:buClr>
                          <a:schemeClr val="hlink"/>
                        </a:buClr>
                        <a:buFont typeface="Arial" charset="0"/>
                        <a:defRPr sz="2000">
                          <a:solidFill>
                            <a:schemeClr val="tx1"/>
                          </a:solidFill>
                          <a:latin typeface="Arial" charset="0"/>
                        </a:defRPr>
                      </a:lvl3pPr>
                      <a:lvl4pPr marL="1600200" indent="-228600" algn="l" eaLnBrk="0" hangingPunct="0">
                        <a:spcBef>
                          <a:spcPct val="20000"/>
                        </a:spcBef>
                        <a:buClr>
                          <a:schemeClr val="folHlink"/>
                        </a:buClr>
                        <a:buFont typeface="Arial" charset="0"/>
                        <a:defRPr>
                          <a:solidFill>
                            <a:schemeClr val="tx1"/>
                          </a:solidFill>
                          <a:latin typeface="Arial" charset="0"/>
                        </a:defRPr>
                      </a:lvl4pPr>
                      <a:lvl5pPr marL="2057400" indent="-228600" algn="l" eaLnBrk="0" hangingPunct="0">
                        <a:spcBef>
                          <a:spcPct val="20000"/>
                        </a:spcBef>
                        <a:buFont typeface="Arial" charset="0"/>
                        <a:defRPr>
                          <a:solidFill>
                            <a:schemeClr val="tx1"/>
                          </a:solidFill>
                          <a:latin typeface="Arial" charset="0"/>
                        </a:defRPr>
                      </a:lvl5pPr>
                      <a:lvl6pPr marL="2514600" indent="-228600" eaLnBrk="0" fontAlgn="base" hangingPunct="0">
                        <a:spcBef>
                          <a:spcPct val="20000"/>
                        </a:spcBef>
                        <a:spcAft>
                          <a:spcPct val="0"/>
                        </a:spcAft>
                        <a:buFont typeface="Arial" charset="0"/>
                        <a:defRPr>
                          <a:solidFill>
                            <a:schemeClr val="tx1"/>
                          </a:solidFill>
                          <a:latin typeface="Arial" charset="0"/>
                        </a:defRPr>
                      </a:lvl6pPr>
                      <a:lvl7pPr marL="2971800" indent="-228600" eaLnBrk="0" fontAlgn="base" hangingPunct="0">
                        <a:spcBef>
                          <a:spcPct val="20000"/>
                        </a:spcBef>
                        <a:spcAft>
                          <a:spcPct val="0"/>
                        </a:spcAft>
                        <a:buFont typeface="Arial" charset="0"/>
                        <a:defRPr>
                          <a:solidFill>
                            <a:schemeClr val="tx1"/>
                          </a:solidFill>
                          <a:latin typeface="Arial" charset="0"/>
                        </a:defRPr>
                      </a:lvl7pPr>
                      <a:lvl8pPr marL="3429000" indent="-228600" eaLnBrk="0" fontAlgn="base" hangingPunct="0">
                        <a:spcBef>
                          <a:spcPct val="20000"/>
                        </a:spcBef>
                        <a:spcAft>
                          <a:spcPct val="0"/>
                        </a:spcAft>
                        <a:buFont typeface="Arial" charset="0"/>
                        <a:defRPr>
                          <a:solidFill>
                            <a:schemeClr val="tx1"/>
                          </a:solidFill>
                          <a:latin typeface="Arial" charset="0"/>
                        </a:defRPr>
                      </a:lvl8pPr>
                      <a:lvl9pPr marL="3886200" indent="-228600" eaLnBrk="0" fontAlgn="base" hangingPunct="0">
                        <a:spcBef>
                          <a:spcPct val="20000"/>
                        </a:spcBef>
                        <a:spcAft>
                          <a:spcPct val="0"/>
                        </a:spcAft>
                        <a:buFont typeface="Arial" charset="0"/>
                        <a:defRPr>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Arial" charset="0"/>
                        <a:buNone/>
                        <a:tabLst/>
                      </a:pPr>
                      <a:endParaRPr kumimoji="0" lang="zh-TW" altLang="en-US" sz="1800" b="0" i="0" u="none" strike="noStrike" cap="none" normalizeH="0" baseline="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60570" name="Text Box 1083"/>
          <p:cNvSpPr txBox="1">
            <a:spLocks noChangeArrowheads="1"/>
          </p:cNvSpPr>
          <p:nvPr/>
        </p:nvSpPr>
        <p:spPr bwMode="auto">
          <a:xfrm>
            <a:off x="468313" y="5876925"/>
            <a:ext cx="84248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eaLnBrk="1" hangingPunct="1">
              <a:spcBef>
                <a:spcPct val="50000"/>
              </a:spcBef>
              <a:buClrTx/>
              <a:buFontTx/>
              <a:buNone/>
            </a:pPr>
            <a:r>
              <a:rPr lang="zh-TW" altLang="en-US" sz="1800"/>
              <a:t>製表：                   會計：                     總幹事：                      理事長：</a:t>
            </a:r>
          </a:p>
        </p:txBody>
      </p:sp>
      <p:sp>
        <p:nvSpPr>
          <p:cNvPr id="60571" name="文字方塊 1"/>
          <p:cNvSpPr txBox="1">
            <a:spLocks noChangeArrowheads="1"/>
          </p:cNvSpPr>
          <p:nvPr/>
        </p:nvSpPr>
        <p:spPr bwMode="auto">
          <a:xfrm>
            <a:off x="5364163" y="4437063"/>
            <a:ext cx="2663825" cy="366712"/>
          </a:xfrm>
          <a:prstGeom prst="rect">
            <a:avLst/>
          </a:prstGeom>
          <a:solidFill>
            <a:srgbClr val="FFC000"/>
          </a:solidFill>
          <a:ln>
            <a:noFill/>
          </a:ln>
        </p:spPr>
        <p:txBody>
          <a:bodyPr>
            <a:spAutoFit/>
          </a:bodyPr>
          <a:lstStyle>
            <a:lvl1pPr algn="l" eaLnBrk="0" hangingPunct="0">
              <a:spcBef>
                <a:spcPct val="20000"/>
              </a:spcBef>
              <a:buClr>
                <a:schemeClr val="accent1"/>
              </a:buClr>
              <a:buFont typeface="Arial" panose="020B0604020202020204" pitchFamily="34" charset="0"/>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Font typeface="Arial" panose="020B0604020202020204" pitchFamily="34" charset="0"/>
              <a:buChar char="●"/>
              <a:defRPr sz="2800">
                <a:solidFill>
                  <a:schemeClr val="tx1"/>
                </a:solidFill>
                <a:latin typeface="Arial" panose="020B0604020202020204" pitchFamily="34" charset="0"/>
              </a:defRPr>
            </a:lvl2pPr>
            <a:lvl3pPr marL="1143000" indent="-228600" algn="l" eaLnBrk="0" hangingPunct="0">
              <a:spcBef>
                <a:spcPct val="20000"/>
              </a:spcBef>
              <a:buClr>
                <a:schemeClr val="hlink"/>
              </a:buClr>
              <a:buFont typeface="Arial" panose="020B0604020202020204" pitchFamily="34" charset="0"/>
              <a:buChar char="●"/>
              <a:defRPr sz="2400">
                <a:solidFill>
                  <a:schemeClr val="tx1"/>
                </a:solidFill>
                <a:latin typeface="Arial" panose="020B0604020202020204" pitchFamily="34" charset="0"/>
              </a:defRPr>
            </a:lvl3pPr>
            <a:lvl4pPr marL="1600200" indent="-228600" algn="l" eaLnBrk="0" hangingPunct="0">
              <a:spcBef>
                <a:spcPct val="20000"/>
              </a:spcBef>
              <a:buClr>
                <a:schemeClr val="folHlink"/>
              </a:buClr>
              <a:buFont typeface="Arial" panose="020B0604020202020204" pitchFamily="34" charset="0"/>
              <a:buChar char="●"/>
              <a:defRPr sz="2000">
                <a:solidFill>
                  <a:schemeClr val="tx1"/>
                </a:solidFill>
                <a:latin typeface="Arial" panose="020B0604020202020204" pitchFamily="34" charset="0"/>
              </a:defRPr>
            </a:lvl4pPr>
            <a:lvl5pPr marL="2057400" indent="-228600" algn="l" eaLnBrk="0" hangingPunct="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eaLnBrk="1" hangingPunct="1">
              <a:spcBef>
                <a:spcPct val="0"/>
              </a:spcBef>
              <a:buClrTx/>
              <a:buFontTx/>
              <a:buNone/>
            </a:pPr>
            <a:r>
              <a:rPr kumimoji="1" lang="zh-TW" altLang="en-US" sz="1800" b="0" dirty="0">
                <a:latin typeface="華康中特圓體" pitchFamily="49" charset="-120"/>
                <a:ea typeface="華康中特圓體" pitchFamily="49" charset="-120"/>
              </a:rPr>
              <a:t>預算編列應符收支平衡</a:t>
            </a:r>
          </a:p>
        </p:txBody>
      </p:sp>
      <p:sp>
        <p:nvSpPr>
          <p:cNvPr id="5" name="文字方塊 4"/>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202220657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noFill/>
        </p:spPr>
        <p:txBody>
          <a:bodyPr>
            <a:normAutofit/>
          </a:bodyPr>
          <a:lstStyle/>
          <a:p>
            <a:r>
              <a:rPr lang="zh-TW" altLang="en-US" sz="3200" dirty="0">
                <a:latin typeface="華康中特圓體" pitchFamily="49" charset="-120"/>
                <a:ea typeface="華康中特圓體" pitchFamily="49" charset="-120"/>
              </a:rPr>
              <a:t>台</a:t>
            </a:r>
            <a:r>
              <a:rPr lang="zh-TW" altLang="en-US" sz="3200" b="0" dirty="0">
                <a:effectLst/>
                <a:latin typeface="華康中特圓體" pitchFamily="49" charset="-120"/>
                <a:ea typeface="華康中特圓體" pitchFamily="49" charset="-120"/>
              </a:rPr>
              <a:t>東縣</a:t>
            </a:r>
            <a:r>
              <a:rPr lang="en-US" altLang="zh-TW" sz="3200" b="0" dirty="0">
                <a:effectLst/>
                <a:latin typeface="華康中特圓體" pitchFamily="49" charset="-120"/>
                <a:ea typeface="華康中特圓體" pitchFamily="49" charset="-120"/>
              </a:rPr>
              <a:t>○○</a:t>
            </a:r>
            <a:r>
              <a:rPr lang="zh-TW" altLang="en-US" sz="3200" b="0" dirty="0">
                <a:effectLst/>
                <a:latin typeface="華康中特圓體" pitchFamily="49" charset="-120"/>
                <a:ea typeface="華康中特圓體" pitchFamily="49" charset="-120"/>
              </a:rPr>
              <a:t>鄉鎮市</a:t>
            </a:r>
            <a:r>
              <a:rPr lang="en-US" altLang="zh-TW" sz="3200" b="0" dirty="0">
                <a:effectLst/>
                <a:latin typeface="華康中特圓體" pitchFamily="49" charset="-120"/>
                <a:ea typeface="華康中特圓體" pitchFamily="49" charset="-120"/>
              </a:rPr>
              <a:t>○○</a:t>
            </a:r>
            <a:r>
              <a:rPr lang="zh-TW" altLang="en-US" sz="3200" b="0" dirty="0">
                <a:effectLst/>
                <a:latin typeface="華康中特圓體" pitchFamily="49" charset="-120"/>
                <a:ea typeface="華康中特圓體" pitchFamily="49" charset="-120"/>
              </a:rPr>
              <a:t>社區發展協會</a:t>
            </a:r>
            <a:br>
              <a:rPr lang="zh-TW" altLang="en-US" sz="3200" b="0" dirty="0">
                <a:effectLst/>
                <a:latin typeface="華康中特圓體" pitchFamily="49" charset="-120"/>
                <a:ea typeface="華康中特圓體" pitchFamily="49" charset="-120"/>
              </a:rPr>
            </a:br>
            <a:r>
              <a:rPr lang="zh-TW" altLang="en-US" sz="3200" b="0" dirty="0">
                <a:effectLst/>
                <a:latin typeface="華康中特圓體" pitchFamily="49" charset="-120"/>
                <a:ea typeface="華康中特圓體" pitchFamily="49" charset="-120"/>
              </a:rPr>
              <a:t>現金出納表 </a:t>
            </a:r>
          </a:p>
        </p:txBody>
      </p:sp>
      <p:sp>
        <p:nvSpPr>
          <p:cNvPr id="61443" name="Rectangle 3"/>
          <p:cNvSpPr>
            <a:spLocks noGrp="1" noChangeArrowheads="1"/>
          </p:cNvSpPr>
          <p:nvPr>
            <p:ph type="body" sz="half" idx="1"/>
          </p:nvPr>
        </p:nvSpPr>
        <p:spPr/>
        <p:txBody>
          <a:bodyPr/>
          <a:lstStyle/>
          <a:p>
            <a:endParaRPr lang="zh-TW" altLang="en-US" sz="2800">
              <a:ea typeface="新細明體" panose="02020500000000000000" pitchFamily="18" charset="-120"/>
            </a:endParaRPr>
          </a:p>
          <a:p>
            <a:endParaRPr lang="zh-TW" altLang="en-US" sz="2800">
              <a:ea typeface="新細明體" panose="02020500000000000000" pitchFamily="18" charset="-120"/>
            </a:endParaRPr>
          </a:p>
        </p:txBody>
      </p:sp>
      <p:pic>
        <p:nvPicPr>
          <p:cNvPr id="61444"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39750" y="1412875"/>
            <a:ext cx="8353425" cy="4824413"/>
          </a:xfrm>
          <a:noFill/>
        </p:spPr>
      </p:pic>
      <p:sp>
        <p:nvSpPr>
          <p:cNvPr id="5" name="文字方塊 4"/>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23996877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457200" y="152400"/>
            <a:ext cx="8218488" cy="1143000"/>
          </a:xfrm>
          <a:noFill/>
        </p:spPr>
        <p:txBody>
          <a:bodyPr/>
          <a:lstStyle/>
          <a:p>
            <a:r>
              <a:rPr lang="en-US" altLang="zh-TW" sz="3200" b="0" dirty="0">
                <a:effectLst/>
                <a:latin typeface="華康中特圓體" pitchFamily="49" charset="-120"/>
                <a:ea typeface="華康中特圓體" pitchFamily="49" charset="-120"/>
              </a:rPr>
              <a:t>○○</a:t>
            </a:r>
            <a:r>
              <a:rPr lang="zh-TW" altLang="en-US" sz="3200" b="0" dirty="0">
                <a:effectLst/>
                <a:latin typeface="華康中特圓體" pitchFamily="49" charset="-120"/>
                <a:ea typeface="華康中特圓體" pitchFamily="49" charset="-120"/>
              </a:rPr>
              <a:t>縣</a:t>
            </a:r>
            <a:r>
              <a:rPr lang="en-US" altLang="zh-TW" sz="3200" b="0" dirty="0">
                <a:effectLst/>
                <a:latin typeface="華康中特圓體" pitchFamily="49" charset="-120"/>
                <a:ea typeface="華康中特圓體" pitchFamily="49" charset="-120"/>
              </a:rPr>
              <a:t>○○</a:t>
            </a:r>
            <a:r>
              <a:rPr lang="zh-TW" altLang="en-US" sz="3200" b="0" dirty="0">
                <a:effectLst/>
                <a:latin typeface="華康中特圓體" pitchFamily="49" charset="-120"/>
                <a:ea typeface="華康中特圓體" pitchFamily="49" charset="-120"/>
              </a:rPr>
              <a:t>鄉（鎮、市）</a:t>
            </a:r>
            <a:r>
              <a:rPr lang="en-US" altLang="zh-TW" sz="3200" b="0" dirty="0">
                <a:effectLst/>
                <a:latin typeface="華康中特圓體" pitchFamily="49" charset="-120"/>
                <a:ea typeface="華康中特圓體" pitchFamily="49" charset="-120"/>
              </a:rPr>
              <a:t>○○</a:t>
            </a:r>
            <a:r>
              <a:rPr lang="zh-TW" altLang="en-US" sz="3200" b="0" dirty="0">
                <a:effectLst/>
                <a:latin typeface="華康中特圓體" pitchFamily="49" charset="-120"/>
                <a:ea typeface="華康中特圓體" pitchFamily="49" charset="-120"/>
              </a:rPr>
              <a:t>社區發展協會</a:t>
            </a:r>
            <a:br>
              <a:rPr lang="zh-TW" altLang="en-US" sz="3200" b="0" dirty="0">
                <a:effectLst/>
                <a:latin typeface="華康中特圓體" pitchFamily="49" charset="-120"/>
                <a:ea typeface="華康中特圓體" pitchFamily="49" charset="-120"/>
              </a:rPr>
            </a:br>
            <a:r>
              <a:rPr lang="zh-TW" altLang="en-US" sz="3200" b="0" dirty="0">
                <a:effectLst/>
                <a:latin typeface="華康中特圓體" pitchFamily="49" charset="-120"/>
                <a:ea typeface="華康中特圓體" pitchFamily="49" charset="-120"/>
              </a:rPr>
              <a:t>基金收支表 </a:t>
            </a:r>
          </a:p>
        </p:txBody>
      </p:sp>
      <p:pic>
        <p:nvPicPr>
          <p:cNvPr id="62467" name="Picture 3"/>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p:pic>
      <p:sp>
        <p:nvSpPr>
          <p:cNvPr id="4" name="文字方塊 3"/>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2579841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457200" y="152400"/>
            <a:ext cx="8218488" cy="1143000"/>
          </a:xfrm>
          <a:noFill/>
        </p:spPr>
        <p:txBody>
          <a:bodyPr/>
          <a:lstStyle/>
          <a:p>
            <a:r>
              <a:rPr lang="en-US" altLang="zh-TW" sz="3200" b="0" dirty="0">
                <a:effectLst/>
                <a:latin typeface="華康中特圓體" pitchFamily="49" charset="-120"/>
                <a:ea typeface="華康中特圓體" pitchFamily="49" charset="-120"/>
              </a:rPr>
              <a:t>○○</a:t>
            </a:r>
            <a:r>
              <a:rPr lang="zh-TW" altLang="en-US" sz="3200" b="0" dirty="0">
                <a:effectLst/>
                <a:latin typeface="華康中特圓體" pitchFamily="49" charset="-120"/>
                <a:ea typeface="華康中特圓體" pitchFamily="49" charset="-120"/>
              </a:rPr>
              <a:t>縣</a:t>
            </a:r>
            <a:r>
              <a:rPr lang="en-US" altLang="zh-TW" sz="3200" b="0" dirty="0">
                <a:effectLst/>
                <a:latin typeface="華康中特圓體" pitchFamily="49" charset="-120"/>
                <a:ea typeface="華康中特圓體" pitchFamily="49" charset="-120"/>
              </a:rPr>
              <a:t>○○</a:t>
            </a:r>
            <a:r>
              <a:rPr lang="zh-TW" altLang="en-US" sz="3200" b="0" dirty="0">
                <a:effectLst/>
                <a:latin typeface="華康中特圓體" pitchFamily="49" charset="-120"/>
                <a:ea typeface="華康中特圓體" pitchFamily="49" charset="-120"/>
              </a:rPr>
              <a:t>鄉（鎮、市）</a:t>
            </a:r>
            <a:r>
              <a:rPr lang="en-US" altLang="zh-TW" sz="3200" b="0" dirty="0">
                <a:effectLst/>
                <a:latin typeface="華康中特圓體" pitchFamily="49" charset="-120"/>
                <a:ea typeface="華康中特圓體" pitchFamily="49" charset="-120"/>
              </a:rPr>
              <a:t>○○</a:t>
            </a:r>
            <a:r>
              <a:rPr lang="zh-TW" altLang="en-US" sz="3200" b="0" dirty="0">
                <a:effectLst/>
                <a:latin typeface="華康中特圓體" pitchFamily="49" charset="-120"/>
                <a:ea typeface="華康中特圓體" pitchFamily="49" charset="-120"/>
              </a:rPr>
              <a:t>社區發展協會</a:t>
            </a:r>
            <a:br>
              <a:rPr lang="zh-TW" altLang="en-US" sz="3200" b="0" dirty="0">
                <a:effectLst/>
                <a:latin typeface="華康中特圓體" pitchFamily="49" charset="-120"/>
                <a:ea typeface="華康中特圓體" pitchFamily="49" charset="-120"/>
              </a:rPr>
            </a:br>
            <a:r>
              <a:rPr lang="zh-TW" altLang="en-US" sz="3200" b="0" dirty="0">
                <a:effectLst/>
                <a:latin typeface="華康中特圓體" pitchFamily="49" charset="-120"/>
                <a:ea typeface="華康中特圓體" pitchFamily="49" charset="-120"/>
              </a:rPr>
              <a:t>基金收支表 </a:t>
            </a:r>
          </a:p>
        </p:txBody>
      </p:sp>
      <p:pic>
        <p:nvPicPr>
          <p:cNvPr id="63491" name="Picture 4"/>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1341438"/>
            <a:ext cx="8229600" cy="5183187"/>
          </a:xfrm>
        </p:spPr>
      </p:pic>
      <p:sp>
        <p:nvSpPr>
          <p:cNvPr id="4" name="文字方塊 3"/>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20336760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Rectangle 2"/>
          <p:cNvSpPr>
            <a:spLocks noGrp="1" noChangeArrowheads="1"/>
          </p:cNvSpPr>
          <p:nvPr>
            <p:ph type="title" idx="4294967295"/>
          </p:nvPr>
        </p:nvSpPr>
        <p:spPr>
          <a:xfrm>
            <a:off x="611188" y="188913"/>
            <a:ext cx="8229600" cy="1800225"/>
          </a:xfrm>
          <a:noFill/>
          <a:extLst>
            <a:ext uri="{909E8E84-426E-40DD-AFC4-6F175D3DCCD1}">
              <a14:hiddenFill xmlns:a14="http://schemas.microsoft.com/office/drawing/2010/main">
                <a:solidFill>
                  <a:srgbClr val="E46C0A"/>
                </a:solidFill>
              </a14:hiddenFill>
            </a:ext>
          </a:extLst>
        </p:spPr>
        <p:txBody>
          <a:bodyPr/>
          <a:lstStyle/>
          <a:p>
            <a:pPr eaLnBrk="1" hangingPunct="1"/>
            <a:r>
              <a:rPr lang="en-US" altLang="zh-TW" sz="5400" b="0">
                <a:effectLst/>
                <a:latin typeface="華康POP3體W12" pitchFamily="81" charset="-120"/>
                <a:ea typeface="華康POP3體W12" pitchFamily="81" charset="-120"/>
              </a:rPr>
              <a:t>6.</a:t>
            </a:r>
            <a:r>
              <a:rPr lang="zh-TW" altLang="en-US" sz="5400" b="0">
                <a:effectLst/>
                <a:latin typeface="華康POP3體W12" pitchFamily="81" charset="-120"/>
                <a:ea typeface="華康POP3體W12" pitchFamily="81" charset="-120"/>
              </a:rPr>
              <a:t>社區相關法規及網頁</a:t>
            </a:r>
            <a:br>
              <a:rPr lang="zh-TW" altLang="en-US" sz="5400" b="0">
                <a:effectLst/>
                <a:latin typeface="華康POP3體W12" pitchFamily="81" charset="-120"/>
                <a:ea typeface="華康POP3體W12" pitchFamily="81" charset="-120"/>
              </a:rPr>
            </a:br>
            <a:r>
              <a:rPr lang="zh-TW" altLang="en-US" b="0">
                <a:solidFill>
                  <a:schemeClr val="tx1"/>
                </a:solidFill>
                <a:effectLst/>
                <a:latin typeface="華康POP3體W12" pitchFamily="81" charset="-120"/>
                <a:ea typeface="華康POP3體W12" pitchFamily="81" charset="-120"/>
                <a:hlinkClick r:id="rId2"/>
              </a:rPr>
              <a:t>法令介紹</a:t>
            </a:r>
            <a:r>
              <a:rPr lang="en-US" altLang="zh-TW" b="0">
                <a:solidFill>
                  <a:schemeClr val="tx1"/>
                </a:solidFill>
                <a:effectLst/>
                <a:latin typeface="華康POP3體W12" pitchFamily="81" charset="-120"/>
                <a:ea typeface="華康POP3體W12" pitchFamily="81" charset="-120"/>
                <a:hlinkClick r:id="rId2"/>
              </a:rPr>
              <a:t>(</a:t>
            </a:r>
            <a:r>
              <a:rPr lang="zh-TW" altLang="en-US" b="0">
                <a:solidFill>
                  <a:schemeClr val="tx1"/>
                </a:solidFill>
                <a:effectLst/>
                <a:latin typeface="華康POP3體W12" pitchFamily="81" charset="-120"/>
                <a:ea typeface="華康POP3體W12" pitchFamily="81" charset="-120"/>
                <a:hlinkClick r:id="rId2"/>
              </a:rPr>
              <a:t>全國法規資料庫</a:t>
            </a:r>
            <a:r>
              <a:rPr lang="en-US" altLang="zh-TW" b="0">
                <a:solidFill>
                  <a:schemeClr val="tx1"/>
                </a:solidFill>
                <a:effectLst/>
                <a:latin typeface="華康POP3體W12" pitchFamily="81" charset="-120"/>
                <a:ea typeface="華康POP3體W12" pitchFamily="81" charset="-120"/>
                <a:hlinkClick r:id="rId2"/>
              </a:rPr>
              <a:t>)</a:t>
            </a:r>
            <a:endParaRPr lang="en-US" altLang="zh-TW" b="0">
              <a:solidFill>
                <a:schemeClr val="tx1"/>
              </a:solidFill>
              <a:effectLst/>
              <a:latin typeface="華康POP3體W12" pitchFamily="81" charset="-120"/>
              <a:ea typeface="華康POP3體W12" pitchFamily="81" charset="-120"/>
            </a:endParaRPr>
          </a:p>
        </p:txBody>
      </p:sp>
      <p:sp>
        <p:nvSpPr>
          <p:cNvPr id="19461" name="Rectangle 5"/>
          <p:cNvSpPr>
            <a:spLocks noGrp="1" noChangeArrowheads="1"/>
          </p:cNvSpPr>
          <p:nvPr>
            <p:ph type="body" idx="4294967295"/>
          </p:nvPr>
        </p:nvSpPr>
        <p:spPr>
          <a:xfrm>
            <a:off x="395536" y="1989139"/>
            <a:ext cx="8640959" cy="4536206"/>
          </a:xfrm>
        </p:spPr>
        <p:txBody>
          <a:bodyPr>
            <a:normAutofit fontScale="92500"/>
          </a:bodyPr>
          <a:lstStyle/>
          <a:p>
            <a:pPr>
              <a:lnSpc>
                <a:spcPct val="80000"/>
              </a:lnSpc>
            </a:pPr>
            <a:r>
              <a:rPr lang="zh-TW" altLang="en-US" sz="2800" dirty="0">
                <a:latin typeface="微軟正黑體 Light" panose="020B0304030504040204" pitchFamily="34" charset="-120"/>
                <a:ea typeface="微軟正黑體 Light" panose="020B0304030504040204" pitchFamily="34" charset="-120"/>
              </a:rPr>
              <a:t>人民團體法</a:t>
            </a:r>
            <a:r>
              <a:rPr lang="en-US" altLang="zh-TW" sz="2800" dirty="0">
                <a:latin typeface="微軟正黑體 Light" panose="020B0304030504040204" pitchFamily="34" charset="-120"/>
                <a:ea typeface="微軟正黑體 Light" panose="020B0304030504040204" pitchFamily="34" charset="-120"/>
              </a:rPr>
              <a:t>(</a:t>
            </a:r>
            <a:r>
              <a:rPr lang="zh-TW" altLang="en-US" sz="2800" dirty="0">
                <a:latin typeface="微軟正黑體 Light" panose="020B0304030504040204" pitchFamily="34" charset="-120"/>
                <a:ea typeface="微軟正黑體 Light" panose="020B0304030504040204" pitchFamily="34" charset="-120"/>
              </a:rPr>
              <a:t>民國 </a:t>
            </a:r>
            <a:r>
              <a:rPr lang="en-US" altLang="zh-TW" sz="2800" dirty="0">
                <a:latin typeface="微軟正黑體 Light" panose="020B0304030504040204" pitchFamily="34" charset="-120"/>
                <a:ea typeface="微軟正黑體 Light" panose="020B0304030504040204" pitchFamily="34" charset="-120"/>
              </a:rPr>
              <a:t>112 </a:t>
            </a:r>
            <a:r>
              <a:rPr lang="zh-TW" altLang="en-US" sz="2800" dirty="0">
                <a:latin typeface="微軟正黑體 Light" panose="020B0304030504040204" pitchFamily="34" charset="-120"/>
                <a:ea typeface="微軟正黑體 Light" panose="020B0304030504040204" pitchFamily="34" charset="-120"/>
              </a:rPr>
              <a:t>年 </a:t>
            </a:r>
            <a:r>
              <a:rPr lang="en-US" altLang="zh-TW" sz="2800" dirty="0">
                <a:latin typeface="微軟正黑體 Light" panose="020B0304030504040204" pitchFamily="34" charset="-120"/>
                <a:ea typeface="微軟正黑體 Light" panose="020B0304030504040204" pitchFamily="34" charset="-120"/>
              </a:rPr>
              <a:t>02 </a:t>
            </a:r>
            <a:r>
              <a:rPr lang="zh-TW" altLang="en-US" sz="2800" dirty="0">
                <a:latin typeface="微軟正黑體 Light" panose="020B0304030504040204" pitchFamily="34" charset="-120"/>
                <a:ea typeface="微軟正黑體 Light" panose="020B0304030504040204" pitchFamily="34" charset="-120"/>
              </a:rPr>
              <a:t>月 </a:t>
            </a:r>
            <a:r>
              <a:rPr lang="en-US" altLang="zh-TW" sz="2800" dirty="0">
                <a:latin typeface="微軟正黑體 Light" panose="020B0304030504040204" pitchFamily="34" charset="-120"/>
                <a:ea typeface="微軟正黑體 Light" panose="020B0304030504040204" pitchFamily="34" charset="-120"/>
              </a:rPr>
              <a:t>08 </a:t>
            </a:r>
            <a:r>
              <a:rPr lang="zh-TW" altLang="en-US" sz="2800" dirty="0">
                <a:latin typeface="微軟正黑體 Light" panose="020B0304030504040204" pitchFamily="34" charset="-120"/>
                <a:ea typeface="微軟正黑體 Light" panose="020B0304030504040204" pitchFamily="34" charset="-120"/>
              </a:rPr>
              <a:t>日</a:t>
            </a:r>
            <a:r>
              <a:rPr lang="en-US" altLang="zh-TW" sz="2800" dirty="0">
                <a:latin typeface="微軟正黑體 Light" panose="020B0304030504040204" pitchFamily="34" charset="-120"/>
                <a:ea typeface="微軟正黑體 Light" panose="020B0304030504040204" pitchFamily="34" charset="-120"/>
              </a:rPr>
              <a:t>)</a:t>
            </a:r>
          </a:p>
          <a:p>
            <a:pPr>
              <a:lnSpc>
                <a:spcPct val="80000"/>
              </a:lnSpc>
            </a:pPr>
            <a:r>
              <a:rPr lang="zh-TW" altLang="en-US" sz="2800" dirty="0">
                <a:latin typeface="微軟正黑體 Light" panose="020B0304030504040204" pitchFamily="34" charset="-120"/>
                <a:ea typeface="微軟正黑體 Light" panose="020B0304030504040204" pitchFamily="34" charset="-120"/>
              </a:rPr>
              <a:t>人民團體選舉罷免法</a:t>
            </a:r>
            <a:r>
              <a:rPr lang="en-US" altLang="zh-TW" sz="2800" dirty="0">
                <a:latin typeface="微軟正黑體 Light" panose="020B0304030504040204" pitchFamily="34" charset="-120"/>
                <a:ea typeface="微軟正黑體 Light" panose="020B0304030504040204" pitchFamily="34" charset="-120"/>
              </a:rPr>
              <a:t>(</a:t>
            </a:r>
            <a:r>
              <a:rPr lang="zh-TW" altLang="en-US" sz="2800" dirty="0">
                <a:latin typeface="微軟正黑體 Light" panose="020B0304030504040204" pitchFamily="34" charset="-120"/>
                <a:ea typeface="微軟正黑體 Light" panose="020B0304030504040204" pitchFamily="34" charset="-120"/>
              </a:rPr>
              <a:t>民國 </a:t>
            </a:r>
            <a:r>
              <a:rPr lang="en-US" altLang="zh-TW" sz="2800" dirty="0">
                <a:latin typeface="微軟正黑體 Light" panose="020B0304030504040204" pitchFamily="34" charset="-120"/>
                <a:ea typeface="微軟正黑體 Light" panose="020B0304030504040204" pitchFamily="34" charset="-120"/>
              </a:rPr>
              <a:t>112 </a:t>
            </a:r>
            <a:r>
              <a:rPr lang="zh-TW" altLang="en-US" sz="2800" dirty="0">
                <a:latin typeface="微軟正黑體 Light" panose="020B0304030504040204" pitchFamily="34" charset="-120"/>
                <a:ea typeface="微軟正黑體 Light" panose="020B0304030504040204" pitchFamily="34" charset="-120"/>
              </a:rPr>
              <a:t>年 </a:t>
            </a:r>
            <a:r>
              <a:rPr lang="en-US" altLang="zh-TW" sz="2800" dirty="0">
                <a:latin typeface="微軟正黑體 Light" panose="020B0304030504040204" pitchFamily="34" charset="-120"/>
                <a:ea typeface="微軟正黑體 Light" panose="020B0304030504040204" pitchFamily="34" charset="-120"/>
              </a:rPr>
              <a:t>12 </a:t>
            </a:r>
            <a:r>
              <a:rPr lang="zh-TW" altLang="en-US" sz="2800" dirty="0">
                <a:latin typeface="微軟正黑體 Light" panose="020B0304030504040204" pitchFamily="34" charset="-120"/>
                <a:ea typeface="微軟正黑體 Light" panose="020B0304030504040204" pitchFamily="34" charset="-120"/>
              </a:rPr>
              <a:t>月 </a:t>
            </a:r>
            <a:r>
              <a:rPr lang="en-US" altLang="zh-TW" sz="2800" dirty="0">
                <a:latin typeface="微軟正黑體 Light" panose="020B0304030504040204" pitchFamily="34" charset="-120"/>
                <a:ea typeface="微軟正黑體 Light" panose="020B0304030504040204" pitchFamily="34" charset="-120"/>
              </a:rPr>
              <a:t>19 </a:t>
            </a:r>
            <a:r>
              <a:rPr lang="zh-TW" altLang="en-US" sz="2800" dirty="0">
                <a:latin typeface="微軟正黑體 Light" panose="020B0304030504040204" pitchFamily="34" charset="-120"/>
                <a:ea typeface="微軟正黑體 Light" panose="020B0304030504040204" pitchFamily="34" charset="-120"/>
              </a:rPr>
              <a:t>日</a:t>
            </a:r>
            <a:r>
              <a:rPr lang="en-US" altLang="zh-TW" sz="2800" dirty="0">
                <a:latin typeface="微軟正黑體 Light" panose="020B0304030504040204" pitchFamily="34" charset="-120"/>
                <a:ea typeface="微軟正黑體 Light" panose="020B0304030504040204" pitchFamily="34" charset="-120"/>
              </a:rPr>
              <a:t>)</a:t>
            </a:r>
          </a:p>
          <a:p>
            <a:pPr>
              <a:lnSpc>
                <a:spcPct val="80000"/>
              </a:lnSpc>
            </a:pPr>
            <a:r>
              <a:rPr lang="en-US" altLang="zh-TW" sz="2800" dirty="0">
                <a:latin typeface="微軟正黑體 Light" panose="020B0304030504040204" pitchFamily="34" charset="-120"/>
                <a:ea typeface="微軟正黑體 Light" panose="020B0304030504040204" pitchFamily="34" charset="-120"/>
              </a:rPr>
              <a:t>(</a:t>
            </a:r>
            <a:r>
              <a:rPr lang="zh-TW" altLang="en-US" sz="2800" dirty="0">
                <a:latin typeface="微軟正黑體 Light" panose="020B0304030504040204" pitchFamily="34" charset="-120"/>
                <a:ea typeface="微軟正黑體 Light" panose="020B0304030504040204" pitchFamily="34" charset="-120"/>
              </a:rPr>
              <a:t>廢</a:t>
            </a:r>
            <a:r>
              <a:rPr lang="en-US" altLang="zh-TW" sz="2800" dirty="0">
                <a:latin typeface="微軟正黑體 Light" panose="020B0304030504040204" pitchFamily="34" charset="-120"/>
                <a:ea typeface="微軟正黑體 Light" panose="020B0304030504040204" pitchFamily="34" charset="-120"/>
              </a:rPr>
              <a:t>)</a:t>
            </a:r>
            <a:r>
              <a:rPr lang="zh-TW" altLang="en-US" sz="2800" dirty="0">
                <a:latin typeface="微軟正黑體 Light" panose="020B0304030504040204" pitchFamily="34" charset="-120"/>
                <a:ea typeface="微軟正黑體 Light" panose="020B0304030504040204" pitchFamily="34" charset="-120"/>
              </a:rPr>
              <a:t>督導各級人民團體實施辦法</a:t>
            </a:r>
            <a:r>
              <a:rPr lang="en-US" altLang="zh-TW" sz="2800" dirty="0">
                <a:latin typeface="微軟正黑體 Light" panose="020B0304030504040204" pitchFamily="34" charset="-120"/>
                <a:ea typeface="微軟正黑體 Light" panose="020B0304030504040204" pitchFamily="34" charset="-120"/>
              </a:rPr>
              <a:t>(</a:t>
            </a:r>
            <a:r>
              <a:rPr lang="zh-TW" altLang="en-US" sz="2800" dirty="0">
                <a:latin typeface="微軟正黑體 Light" panose="020B0304030504040204" pitchFamily="34" charset="-120"/>
                <a:ea typeface="微軟正黑體 Light" panose="020B0304030504040204" pitchFamily="34" charset="-120"/>
              </a:rPr>
              <a:t>民國 </a:t>
            </a:r>
            <a:r>
              <a:rPr lang="en-US" altLang="zh-TW" sz="2800" dirty="0">
                <a:latin typeface="微軟正黑體 Light" panose="020B0304030504040204" pitchFamily="34" charset="-120"/>
                <a:ea typeface="微軟正黑體 Light" panose="020B0304030504040204" pitchFamily="34" charset="-120"/>
              </a:rPr>
              <a:t>112 </a:t>
            </a:r>
            <a:r>
              <a:rPr lang="zh-TW" altLang="en-US" sz="2800" dirty="0">
                <a:latin typeface="微軟正黑體 Light" panose="020B0304030504040204" pitchFamily="34" charset="-120"/>
                <a:ea typeface="微軟正黑體 Light" panose="020B0304030504040204" pitchFamily="34" charset="-120"/>
              </a:rPr>
              <a:t>年 </a:t>
            </a:r>
            <a:r>
              <a:rPr lang="en-US" altLang="zh-TW" sz="2800" dirty="0">
                <a:latin typeface="微軟正黑體 Light" panose="020B0304030504040204" pitchFamily="34" charset="-120"/>
                <a:ea typeface="微軟正黑體 Light" panose="020B0304030504040204" pitchFamily="34" charset="-120"/>
              </a:rPr>
              <a:t>12 </a:t>
            </a:r>
            <a:r>
              <a:rPr lang="zh-TW" altLang="en-US" sz="2800" dirty="0">
                <a:latin typeface="微軟正黑體 Light" panose="020B0304030504040204" pitchFamily="34" charset="-120"/>
                <a:ea typeface="微軟正黑體 Light" panose="020B0304030504040204" pitchFamily="34" charset="-120"/>
              </a:rPr>
              <a:t>月 </a:t>
            </a:r>
            <a:r>
              <a:rPr lang="en-US" altLang="zh-TW" sz="2800" dirty="0">
                <a:latin typeface="微軟正黑體 Light" panose="020B0304030504040204" pitchFamily="34" charset="-120"/>
                <a:ea typeface="微軟正黑體 Light" panose="020B0304030504040204" pitchFamily="34" charset="-120"/>
              </a:rPr>
              <a:t>01 </a:t>
            </a:r>
            <a:r>
              <a:rPr lang="zh-TW" altLang="en-US" sz="2800" dirty="0">
                <a:latin typeface="微軟正黑體 Light" panose="020B0304030504040204" pitchFamily="34" charset="-120"/>
                <a:ea typeface="微軟正黑體 Light" panose="020B0304030504040204" pitchFamily="34" charset="-120"/>
              </a:rPr>
              <a:t>日</a:t>
            </a:r>
            <a:r>
              <a:rPr lang="en-US" altLang="zh-TW" sz="2800" dirty="0">
                <a:latin typeface="微軟正黑體 Light" panose="020B0304030504040204" pitchFamily="34" charset="-120"/>
                <a:ea typeface="微軟正黑體 Light" panose="020B0304030504040204" pitchFamily="34" charset="-120"/>
              </a:rPr>
              <a:t>)</a:t>
            </a:r>
          </a:p>
          <a:p>
            <a:pPr>
              <a:lnSpc>
                <a:spcPct val="80000"/>
              </a:lnSpc>
            </a:pPr>
            <a:r>
              <a:rPr lang="zh-TW" altLang="en-US" sz="2800" dirty="0">
                <a:latin typeface="微軟正黑體 Light" panose="020B0304030504040204" pitchFamily="34" charset="-120"/>
                <a:ea typeface="微軟正黑體 Light" panose="020B0304030504040204" pitchFamily="34" charset="-120"/>
              </a:rPr>
              <a:t>社會團體財務處理辦法</a:t>
            </a:r>
            <a:r>
              <a:rPr lang="en-US" altLang="zh-TW" sz="2800" dirty="0">
                <a:latin typeface="微軟正黑體 Light" panose="020B0304030504040204" pitchFamily="34" charset="-120"/>
                <a:ea typeface="微軟正黑體 Light" panose="020B0304030504040204" pitchFamily="34" charset="-120"/>
              </a:rPr>
              <a:t>(</a:t>
            </a:r>
            <a:r>
              <a:rPr lang="zh-TW" altLang="en-US" sz="2800" dirty="0">
                <a:latin typeface="微軟正黑體 Light" panose="020B0304030504040204" pitchFamily="34" charset="-120"/>
                <a:ea typeface="微軟正黑體 Light" panose="020B0304030504040204" pitchFamily="34" charset="-120"/>
              </a:rPr>
              <a:t>民國 </a:t>
            </a:r>
            <a:r>
              <a:rPr lang="en-US" altLang="zh-TW" sz="2800" dirty="0">
                <a:latin typeface="微軟正黑體 Light" panose="020B0304030504040204" pitchFamily="34" charset="-120"/>
                <a:ea typeface="微軟正黑體 Light" panose="020B0304030504040204" pitchFamily="34" charset="-120"/>
              </a:rPr>
              <a:t>111 </a:t>
            </a:r>
            <a:r>
              <a:rPr lang="zh-TW" altLang="en-US" sz="2800" dirty="0">
                <a:latin typeface="微軟正黑體 Light" panose="020B0304030504040204" pitchFamily="34" charset="-120"/>
                <a:ea typeface="微軟正黑體 Light" panose="020B0304030504040204" pitchFamily="34" charset="-120"/>
              </a:rPr>
              <a:t>年 </a:t>
            </a:r>
            <a:r>
              <a:rPr lang="en-US" altLang="zh-TW" sz="2800" dirty="0">
                <a:latin typeface="微軟正黑體 Light" panose="020B0304030504040204" pitchFamily="34" charset="-120"/>
                <a:ea typeface="微軟正黑體 Light" panose="020B0304030504040204" pitchFamily="34" charset="-120"/>
              </a:rPr>
              <a:t>11 </a:t>
            </a:r>
            <a:r>
              <a:rPr lang="zh-TW" altLang="en-US" sz="2800" dirty="0">
                <a:latin typeface="微軟正黑體 Light" panose="020B0304030504040204" pitchFamily="34" charset="-120"/>
                <a:ea typeface="微軟正黑體 Light" panose="020B0304030504040204" pitchFamily="34" charset="-120"/>
              </a:rPr>
              <a:t>月 </a:t>
            </a:r>
            <a:r>
              <a:rPr lang="en-US" altLang="zh-TW" sz="2800" dirty="0">
                <a:latin typeface="微軟正黑體 Light" panose="020B0304030504040204" pitchFamily="34" charset="-120"/>
                <a:ea typeface="微軟正黑體 Light" panose="020B0304030504040204" pitchFamily="34" charset="-120"/>
              </a:rPr>
              <a:t>28 </a:t>
            </a:r>
            <a:r>
              <a:rPr lang="zh-TW" altLang="en-US" sz="2800" dirty="0">
                <a:latin typeface="微軟正黑體 Light" panose="020B0304030504040204" pitchFamily="34" charset="-120"/>
                <a:ea typeface="微軟正黑體 Light" panose="020B0304030504040204" pitchFamily="34" charset="-120"/>
              </a:rPr>
              <a:t>日</a:t>
            </a:r>
            <a:r>
              <a:rPr lang="en-US" altLang="zh-TW" sz="2800" dirty="0">
                <a:latin typeface="微軟正黑體 Light" panose="020B0304030504040204" pitchFamily="34" charset="-120"/>
                <a:ea typeface="微軟正黑體 Light" panose="020B0304030504040204" pitchFamily="34" charset="-120"/>
              </a:rPr>
              <a:t>)</a:t>
            </a:r>
          </a:p>
          <a:p>
            <a:pPr>
              <a:lnSpc>
                <a:spcPct val="80000"/>
              </a:lnSpc>
            </a:pPr>
            <a:r>
              <a:rPr lang="zh-TW" altLang="en-US" sz="2800" dirty="0">
                <a:latin typeface="微軟正黑體 Light" panose="020B0304030504040204" pitchFamily="34" charset="-120"/>
                <a:ea typeface="微軟正黑體 Light" panose="020B0304030504040204" pitchFamily="34" charset="-120"/>
              </a:rPr>
              <a:t>社會團體許可立案作業規定</a:t>
            </a:r>
            <a:r>
              <a:rPr lang="en-US" altLang="zh-TW" sz="2800" dirty="0">
                <a:latin typeface="微軟正黑體 Light" panose="020B0304030504040204" pitchFamily="34" charset="-120"/>
                <a:ea typeface="微軟正黑體 Light" panose="020B0304030504040204" pitchFamily="34" charset="-120"/>
              </a:rPr>
              <a:t>(</a:t>
            </a:r>
            <a:r>
              <a:rPr lang="zh-TW" altLang="en-US" sz="2800" dirty="0">
                <a:latin typeface="微軟正黑體 Light" panose="020B0304030504040204" pitchFamily="34" charset="-120"/>
                <a:ea typeface="微軟正黑體 Light" panose="020B0304030504040204" pitchFamily="34" charset="-120"/>
              </a:rPr>
              <a:t>民國 </a:t>
            </a:r>
            <a:r>
              <a:rPr lang="en-US" altLang="zh-TW" sz="2800" dirty="0">
                <a:latin typeface="微軟正黑體 Light" panose="020B0304030504040204" pitchFamily="34" charset="-120"/>
                <a:ea typeface="微軟正黑體 Light" panose="020B0304030504040204" pitchFamily="34" charset="-120"/>
              </a:rPr>
              <a:t>109 </a:t>
            </a:r>
            <a:r>
              <a:rPr lang="zh-TW" altLang="en-US" sz="2800" dirty="0">
                <a:latin typeface="微軟正黑體 Light" panose="020B0304030504040204" pitchFamily="34" charset="-120"/>
                <a:ea typeface="微軟正黑體 Light" panose="020B0304030504040204" pitchFamily="34" charset="-120"/>
              </a:rPr>
              <a:t>年 </a:t>
            </a:r>
            <a:r>
              <a:rPr lang="en-US" altLang="zh-TW" sz="2800" dirty="0">
                <a:latin typeface="微軟正黑體 Light" panose="020B0304030504040204" pitchFamily="34" charset="-120"/>
                <a:ea typeface="微軟正黑體 Light" panose="020B0304030504040204" pitchFamily="34" charset="-120"/>
              </a:rPr>
              <a:t>05 </a:t>
            </a:r>
            <a:r>
              <a:rPr lang="zh-TW" altLang="en-US" sz="2800" dirty="0">
                <a:latin typeface="微軟正黑體 Light" panose="020B0304030504040204" pitchFamily="34" charset="-120"/>
                <a:ea typeface="微軟正黑體 Light" panose="020B0304030504040204" pitchFamily="34" charset="-120"/>
              </a:rPr>
              <a:t>月 </a:t>
            </a:r>
            <a:r>
              <a:rPr lang="en-US" altLang="zh-TW" sz="2800" dirty="0">
                <a:latin typeface="微軟正黑體 Light" panose="020B0304030504040204" pitchFamily="34" charset="-120"/>
                <a:ea typeface="微軟正黑體 Light" panose="020B0304030504040204" pitchFamily="34" charset="-120"/>
              </a:rPr>
              <a:t>22 </a:t>
            </a:r>
            <a:r>
              <a:rPr lang="zh-TW" altLang="en-US" sz="2800" dirty="0">
                <a:latin typeface="微軟正黑體 Light" panose="020B0304030504040204" pitchFamily="34" charset="-120"/>
                <a:ea typeface="微軟正黑體 Light" panose="020B0304030504040204" pitchFamily="34" charset="-120"/>
              </a:rPr>
              <a:t>日</a:t>
            </a:r>
            <a:r>
              <a:rPr lang="en-US" altLang="zh-TW" sz="2800" dirty="0">
                <a:latin typeface="微軟正黑體 Light" panose="020B0304030504040204" pitchFamily="34" charset="-120"/>
                <a:ea typeface="微軟正黑體 Light" panose="020B0304030504040204" pitchFamily="34" charset="-120"/>
              </a:rPr>
              <a:t>)</a:t>
            </a:r>
          </a:p>
          <a:p>
            <a:pPr>
              <a:lnSpc>
                <a:spcPct val="80000"/>
              </a:lnSpc>
            </a:pPr>
            <a:r>
              <a:rPr lang="zh-TW" altLang="en-US" sz="2800" dirty="0">
                <a:latin typeface="微軟正黑體 Light" panose="020B0304030504040204" pitchFamily="34" charset="-120"/>
                <a:ea typeface="微軟正黑體 Light" panose="020B0304030504040204" pitchFamily="34" charset="-120"/>
              </a:rPr>
              <a:t>社會團體工作人員管理辦法</a:t>
            </a:r>
            <a:r>
              <a:rPr lang="en-US" altLang="zh-TW" sz="2800" dirty="0">
                <a:latin typeface="微軟正黑體 Light" panose="020B0304030504040204" pitchFamily="34" charset="-120"/>
                <a:ea typeface="微軟正黑體 Light" panose="020B0304030504040204" pitchFamily="34" charset="-120"/>
              </a:rPr>
              <a:t>(</a:t>
            </a:r>
            <a:r>
              <a:rPr lang="zh-TW" altLang="en-US" sz="2800" dirty="0">
                <a:latin typeface="微軟正黑體 Light" panose="020B0304030504040204" pitchFamily="34" charset="-120"/>
                <a:ea typeface="微軟正黑體 Light" panose="020B0304030504040204" pitchFamily="34" charset="-120"/>
              </a:rPr>
              <a:t>民國 </a:t>
            </a:r>
            <a:r>
              <a:rPr lang="en-US" altLang="zh-TW" sz="2800" dirty="0">
                <a:latin typeface="微軟正黑體 Light" panose="020B0304030504040204" pitchFamily="34" charset="-120"/>
                <a:ea typeface="微軟正黑體 Light" panose="020B0304030504040204" pitchFamily="34" charset="-120"/>
              </a:rPr>
              <a:t>110 </a:t>
            </a:r>
            <a:r>
              <a:rPr lang="zh-TW" altLang="en-US" sz="2800" dirty="0">
                <a:latin typeface="微軟正黑體 Light" panose="020B0304030504040204" pitchFamily="34" charset="-120"/>
                <a:ea typeface="微軟正黑體 Light" panose="020B0304030504040204" pitchFamily="34" charset="-120"/>
              </a:rPr>
              <a:t>年 </a:t>
            </a:r>
            <a:r>
              <a:rPr lang="en-US" altLang="zh-TW" sz="2800" dirty="0">
                <a:latin typeface="微軟正黑體 Light" panose="020B0304030504040204" pitchFamily="34" charset="-120"/>
                <a:ea typeface="微軟正黑體 Light" panose="020B0304030504040204" pitchFamily="34" charset="-120"/>
              </a:rPr>
              <a:t>08 </a:t>
            </a:r>
            <a:r>
              <a:rPr lang="zh-TW" altLang="en-US" sz="2800" dirty="0">
                <a:latin typeface="微軟正黑體 Light" panose="020B0304030504040204" pitchFamily="34" charset="-120"/>
                <a:ea typeface="微軟正黑體 Light" panose="020B0304030504040204" pitchFamily="34" charset="-120"/>
              </a:rPr>
              <a:t>月 </a:t>
            </a:r>
            <a:r>
              <a:rPr lang="en-US" altLang="zh-TW" sz="2800" dirty="0">
                <a:latin typeface="微軟正黑體 Light" panose="020B0304030504040204" pitchFamily="34" charset="-120"/>
                <a:ea typeface="微軟正黑體 Light" panose="020B0304030504040204" pitchFamily="34" charset="-120"/>
              </a:rPr>
              <a:t>11 </a:t>
            </a:r>
            <a:r>
              <a:rPr lang="zh-TW" altLang="en-US" sz="2800" dirty="0">
                <a:latin typeface="微軟正黑體 Light" panose="020B0304030504040204" pitchFamily="34" charset="-120"/>
                <a:ea typeface="微軟正黑體 Light" panose="020B0304030504040204" pitchFamily="34" charset="-120"/>
              </a:rPr>
              <a:t>日</a:t>
            </a:r>
            <a:r>
              <a:rPr lang="en-US" altLang="zh-TW" sz="2800" dirty="0">
                <a:latin typeface="微軟正黑體 Light" panose="020B0304030504040204" pitchFamily="34" charset="-120"/>
                <a:ea typeface="微軟正黑體 Light" panose="020B0304030504040204" pitchFamily="34" charset="-120"/>
              </a:rPr>
              <a:t>)</a:t>
            </a:r>
          </a:p>
          <a:p>
            <a:pPr eaLnBrk="1" hangingPunct="1">
              <a:lnSpc>
                <a:spcPct val="80000"/>
              </a:lnSpc>
            </a:pPr>
            <a:r>
              <a:rPr lang="zh-TW" altLang="en-US" sz="2800" dirty="0">
                <a:latin typeface="微軟正黑體 Light" panose="020B0304030504040204" pitchFamily="34" charset="-120"/>
                <a:ea typeface="微軟正黑體 Light" panose="020B0304030504040204" pitchFamily="34" charset="-120"/>
              </a:rPr>
              <a:t>會議規範</a:t>
            </a:r>
          </a:p>
          <a:p>
            <a:pPr>
              <a:lnSpc>
                <a:spcPct val="80000"/>
              </a:lnSpc>
            </a:pPr>
            <a:r>
              <a:rPr lang="zh-TW" altLang="en-US" sz="2800" dirty="0">
                <a:latin typeface="微軟正黑體 Light" panose="020B0304030504040204" pitchFamily="34" charset="-120"/>
                <a:ea typeface="微軟正黑體 Light" panose="020B0304030504040204" pitchFamily="34" charset="-120"/>
              </a:rPr>
              <a:t>社區發展工作綱要</a:t>
            </a:r>
            <a:r>
              <a:rPr lang="en-US" altLang="zh-TW" sz="2800" dirty="0">
                <a:latin typeface="微軟正黑體 Light" panose="020B0304030504040204" pitchFamily="34" charset="-120"/>
                <a:ea typeface="微軟正黑體 Light" panose="020B0304030504040204" pitchFamily="34" charset="-120"/>
              </a:rPr>
              <a:t>(</a:t>
            </a:r>
            <a:r>
              <a:rPr lang="zh-TW" altLang="en-US" sz="2800" dirty="0">
                <a:latin typeface="微軟正黑體 Light" panose="020B0304030504040204" pitchFamily="34" charset="-120"/>
                <a:ea typeface="微軟正黑體 Light" panose="020B0304030504040204" pitchFamily="34" charset="-120"/>
              </a:rPr>
              <a:t>民國 </a:t>
            </a:r>
            <a:r>
              <a:rPr lang="en-US" altLang="zh-TW" sz="2800" dirty="0">
                <a:latin typeface="微軟正黑體 Light" panose="020B0304030504040204" pitchFamily="34" charset="-120"/>
                <a:ea typeface="微軟正黑體 Light" panose="020B0304030504040204" pitchFamily="34" charset="-120"/>
              </a:rPr>
              <a:t>103 </a:t>
            </a:r>
            <a:r>
              <a:rPr lang="zh-TW" altLang="en-US" sz="2800" dirty="0">
                <a:latin typeface="微軟正黑體 Light" panose="020B0304030504040204" pitchFamily="34" charset="-120"/>
                <a:ea typeface="微軟正黑體 Light" panose="020B0304030504040204" pitchFamily="34" charset="-120"/>
              </a:rPr>
              <a:t>年 </a:t>
            </a:r>
            <a:r>
              <a:rPr lang="en-US" altLang="zh-TW" sz="2800" dirty="0">
                <a:latin typeface="微軟正黑體 Light" panose="020B0304030504040204" pitchFamily="34" charset="-120"/>
                <a:ea typeface="微軟正黑體 Light" panose="020B0304030504040204" pitchFamily="34" charset="-120"/>
              </a:rPr>
              <a:t>09 </a:t>
            </a:r>
            <a:r>
              <a:rPr lang="zh-TW" altLang="en-US" sz="2800" dirty="0">
                <a:latin typeface="微軟正黑體 Light" panose="020B0304030504040204" pitchFamily="34" charset="-120"/>
                <a:ea typeface="微軟正黑體 Light" panose="020B0304030504040204" pitchFamily="34" charset="-120"/>
              </a:rPr>
              <a:t>月 </a:t>
            </a:r>
            <a:r>
              <a:rPr lang="en-US" altLang="zh-TW" sz="2800" dirty="0">
                <a:latin typeface="微軟正黑體 Light" panose="020B0304030504040204" pitchFamily="34" charset="-120"/>
                <a:ea typeface="微軟正黑體 Light" panose="020B0304030504040204" pitchFamily="34" charset="-120"/>
              </a:rPr>
              <a:t>18 </a:t>
            </a:r>
            <a:r>
              <a:rPr lang="zh-TW" altLang="en-US" sz="2800" dirty="0">
                <a:latin typeface="微軟正黑體 Light" panose="020B0304030504040204" pitchFamily="34" charset="-120"/>
                <a:ea typeface="微軟正黑體 Light" panose="020B0304030504040204" pitchFamily="34" charset="-120"/>
              </a:rPr>
              <a:t>日</a:t>
            </a:r>
            <a:r>
              <a:rPr lang="en-US" altLang="zh-TW" sz="2800" dirty="0">
                <a:latin typeface="微軟正黑體 Light" panose="020B0304030504040204" pitchFamily="34" charset="-120"/>
                <a:ea typeface="微軟正黑體 Light" panose="020B0304030504040204" pitchFamily="34" charset="-120"/>
              </a:rPr>
              <a:t>)</a:t>
            </a:r>
          </a:p>
          <a:p>
            <a:pPr>
              <a:lnSpc>
                <a:spcPct val="80000"/>
              </a:lnSpc>
            </a:pPr>
            <a:r>
              <a:rPr lang="zh-TW" altLang="en-US" sz="2800" dirty="0">
                <a:latin typeface="微軟正黑體 Light" panose="020B0304030504040204" pitchFamily="34" charset="-120"/>
                <a:ea typeface="微軟正黑體 Light" panose="020B0304030504040204" pitchFamily="34" charset="-120"/>
              </a:rPr>
              <a:t>社區發展協會章程範本</a:t>
            </a:r>
            <a:r>
              <a:rPr lang="en-US" altLang="zh-TW" sz="2800" dirty="0">
                <a:latin typeface="微軟正黑體 Light" panose="020B0304030504040204" pitchFamily="34" charset="-120"/>
                <a:ea typeface="微軟正黑體 Light" panose="020B0304030504040204" pitchFamily="34" charset="-120"/>
              </a:rPr>
              <a:t>(</a:t>
            </a:r>
            <a:r>
              <a:rPr lang="zh-TW" altLang="en-US" sz="2800" dirty="0">
                <a:latin typeface="微軟正黑體 Light" panose="020B0304030504040204" pitchFamily="34" charset="-120"/>
                <a:ea typeface="微軟正黑體 Light" panose="020B0304030504040204" pitchFamily="34" charset="-120"/>
              </a:rPr>
              <a:t>行政規則民國</a:t>
            </a:r>
            <a:r>
              <a:rPr lang="en-US" altLang="zh-TW" sz="2800" dirty="0">
                <a:latin typeface="微軟正黑體 Light" panose="020B0304030504040204" pitchFamily="34" charset="-120"/>
                <a:ea typeface="微軟正黑體 Light" panose="020B0304030504040204" pitchFamily="34" charset="-120"/>
              </a:rPr>
              <a:t>110</a:t>
            </a:r>
            <a:r>
              <a:rPr lang="zh-TW" altLang="en-US" sz="2800" dirty="0">
                <a:latin typeface="微軟正黑體 Light" panose="020B0304030504040204" pitchFamily="34" charset="-120"/>
                <a:ea typeface="微軟正黑體 Light" panose="020B0304030504040204" pitchFamily="34" charset="-120"/>
              </a:rPr>
              <a:t>年</a:t>
            </a:r>
            <a:r>
              <a:rPr lang="en-US" altLang="zh-TW" sz="2800" dirty="0">
                <a:latin typeface="微軟正黑體 Light" panose="020B0304030504040204" pitchFamily="34" charset="-120"/>
                <a:ea typeface="微軟正黑體 Light" panose="020B0304030504040204" pitchFamily="34" charset="-120"/>
              </a:rPr>
              <a:t>09</a:t>
            </a:r>
            <a:r>
              <a:rPr lang="zh-TW" altLang="en-US" sz="2800" dirty="0">
                <a:latin typeface="微軟正黑體 Light" panose="020B0304030504040204" pitchFamily="34" charset="-120"/>
                <a:ea typeface="微軟正黑體 Light" panose="020B0304030504040204" pitchFamily="34" charset="-120"/>
              </a:rPr>
              <a:t>月</a:t>
            </a:r>
            <a:r>
              <a:rPr lang="en-US" altLang="zh-TW" sz="2800" dirty="0">
                <a:latin typeface="微軟正黑體 Light" panose="020B0304030504040204" pitchFamily="34" charset="-120"/>
                <a:ea typeface="微軟正黑體 Light" panose="020B0304030504040204" pitchFamily="34" charset="-120"/>
              </a:rPr>
              <a:t>28</a:t>
            </a:r>
            <a:r>
              <a:rPr lang="zh-TW" altLang="en-US" sz="2800" dirty="0">
                <a:latin typeface="微軟正黑體 Light" panose="020B0304030504040204" pitchFamily="34" charset="-120"/>
                <a:ea typeface="微軟正黑體 Light" panose="020B0304030504040204" pitchFamily="34" charset="-120"/>
              </a:rPr>
              <a:t>日</a:t>
            </a:r>
            <a:r>
              <a:rPr lang="en-US" altLang="zh-TW" sz="2800" dirty="0">
                <a:latin typeface="微軟正黑體 Light" panose="020B0304030504040204" pitchFamily="34" charset="-120"/>
                <a:ea typeface="微軟正黑體 Light" panose="020B0304030504040204" pitchFamily="34" charset="-120"/>
              </a:rPr>
              <a:t>)</a:t>
            </a:r>
          </a:p>
          <a:p>
            <a:pPr>
              <a:lnSpc>
                <a:spcPct val="80000"/>
              </a:lnSpc>
            </a:pPr>
            <a:r>
              <a:rPr lang="zh-TW" altLang="en-US" sz="2800" dirty="0">
                <a:latin typeface="微軟正黑體 Light" panose="020B0304030504040204" pitchFamily="34" charset="-120"/>
                <a:ea typeface="微軟正黑體 Light" panose="020B0304030504040204" pitchFamily="34" charset="-120"/>
              </a:rPr>
              <a:t>法院辦理社團法人登記注意事項</a:t>
            </a:r>
            <a:r>
              <a:rPr lang="en-US" altLang="zh-TW" sz="2800" dirty="0">
                <a:latin typeface="微軟正黑體 Light" panose="020B0304030504040204" pitchFamily="34" charset="-120"/>
                <a:ea typeface="微軟正黑體 Light" panose="020B0304030504040204" pitchFamily="34" charset="-120"/>
              </a:rPr>
              <a:t>(</a:t>
            </a:r>
            <a:r>
              <a:rPr lang="zh-TW" altLang="en-US" sz="2800" dirty="0">
                <a:latin typeface="微軟正黑體 Light" panose="020B0304030504040204" pitchFamily="34" charset="-120"/>
                <a:ea typeface="微軟正黑體 Light" panose="020B0304030504040204" pitchFamily="34" charset="-120"/>
              </a:rPr>
              <a:t>民國</a:t>
            </a:r>
            <a:r>
              <a:rPr lang="en-US" altLang="zh-TW" sz="2800" dirty="0">
                <a:latin typeface="微軟正黑體 Light" panose="020B0304030504040204" pitchFamily="34" charset="-120"/>
                <a:ea typeface="微軟正黑體 Light" panose="020B0304030504040204" pitchFamily="34" charset="-120"/>
              </a:rPr>
              <a:t>98</a:t>
            </a:r>
            <a:r>
              <a:rPr lang="zh-TW" altLang="en-US" sz="2800" dirty="0">
                <a:latin typeface="微軟正黑體 Light" panose="020B0304030504040204" pitchFamily="34" charset="-120"/>
                <a:ea typeface="微軟正黑體 Light" panose="020B0304030504040204" pitchFamily="34" charset="-120"/>
              </a:rPr>
              <a:t>年</a:t>
            </a:r>
            <a:r>
              <a:rPr lang="en-US" altLang="zh-TW" sz="2800" dirty="0">
                <a:latin typeface="微軟正黑體 Light" panose="020B0304030504040204" pitchFamily="34" charset="-120"/>
                <a:ea typeface="微軟正黑體 Light" panose="020B0304030504040204" pitchFamily="34" charset="-120"/>
              </a:rPr>
              <a:t>12</a:t>
            </a:r>
            <a:r>
              <a:rPr lang="zh-TW" altLang="en-US" sz="2800" dirty="0">
                <a:latin typeface="微軟正黑體 Light" panose="020B0304030504040204" pitchFamily="34" charset="-120"/>
                <a:ea typeface="微軟正黑體 Light" panose="020B0304030504040204" pitchFamily="34" charset="-120"/>
              </a:rPr>
              <a:t>月</a:t>
            </a:r>
            <a:r>
              <a:rPr lang="en-US" altLang="zh-TW" sz="2800" dirty="0">
                <a:latin typeface="微軟正黑體 Light" panose="020B0304030504040204" pitchFamily="34" charset="-120"/>
                <a:ea typeface="微軟正黑體 Light" panose="020B0304030504040204" pitchFamily="34" charset="-120"/>
              </a:rPr>
              <a:t>16</a:t>
            </a:r>
            <a:r>
              <a:rPr lang="zh-TW" altLang="en-US" sz="2800" dirty="0">
                <a:latin typeface="微軟正黑體 Light" panose="020B0304030504040204" pitchFamily="34" charset="-120"/>
                <a:ea typeface="微軟正黑體 Light" panose="020B0304030504040204" pitchFamily="34" charset="-120"/>
              </a:rPr>
              <a:t>日</a:t>
            </a:r>
            <a:r>
              <a:rPr lang="en-US" altLang="zh-TW" sz="2800" dirty="0">
                <a:latin typeface="微軟正黑體 Light" panose="020B0304030504040204" pitchFamily="34" charset="-120"/>
                <a:ea typeface="微軟正黑體 Light" panose="020B0304030504040204" pitchFamily="34" charset="-120"/>
              </a:rPr>
              <a:t>)</a:t>
            </a:r>
            <a:endParaRPr lang="zh-TW" altLang="en-US" sz="2800" dirty="0">
              <a:latin typeface="微軟正黑體 Light" panose="020B0304030504040204" pitchFamily="34" charset="-120"/>
              <a:ea typeface="微軟正黑體 Light" panose="020B0304030504040204" pitchFamily="34" charset="-120"/>
            </a:endParaRPr>
          </a:p>
          <a:p>
            <a:pPr>
              <a:lnSpc>
                <a:spcPct val="80000"/>
              </a:lnSpc>
            </a:pPr>
            <a:r>
              <a:rPr lang="zh-TW" altLang="en-US" sz="2800" dirty="0">
                <a:latin typeface="微軟正黑體 Light" panose="020B0304030504040204" pitchFamily="34" charset="-120"/>
                <a:ea typeface="微軟正黑體 Light" panose="020B0304030504040204" pitchFamily="34" charset="-120"/>
              </a:rPr>
              <a:t>公益勸募條例</a:t>
            </a:r>
            <a:r>
              <a:rPr lang="en-US" altLang="zh-TW" sz="2800" dirty="0">
                <a:latin typeface="微軟正黑體 Light" panose="020B0304030504040204" pitchFamily="34" charset="-120"/>
                <a:ea typeface="微軟正黑體 Light" panose="020B0304030504040204" pitchFamily="34" charset="-120"/>
              </a:rPr>
              <a:t>(</a:t>
            </a:r>
            <a:r>
              <a:rPr lang="zh-TW" altLang="en-US" sz="2800" dirty="0">
                <a:latin typeface="微軟正黑體 Light" panose="020B0304030504040204" pitchFamily="34" charset="-120"/>
                <a:ea typeface="微軟正黑體 Light" panose="020B0304030504040204" pitchFamily="34" charset="-120"/>
              </a:rPr>
              <a:t>民國 </a:t>
            </a:r>
            <a:r>
              <a:rPr lang="en-US" altLang="zh-TW" sz="2800" dirty="0">
                <a:latin typeface="微軟正黑體 Light" panose="020B0304030504040204" pitchFamily="34" charset="-120"/>
                <a:ea typeface="微軟正黑體 Light" panose="020B0304030504040204" pitchFamily="34" charset="-120"/>
              </a:rPr>
              <a:t>109 </a:t>
            </a:r>
            <a:r>
              <a:rPr lang="zh-TW" altLang="en-US" sz="2800" dirty="0">
                <a:latin typeface="微軟正黑體 Light" panose="020B0304030504040204" pitchFamily="34" charset="-120"/>
                <a:ea typeface="微軟正黑體 Light" panose="020B0304030504040204" pitchFamily="34" charset="-120"/>
              </a:rPr>
              <a:t>年 </a:t>
            </a:r>
            <a:r>
              <a:rPr lang="en-US" altLang="zh-TW" sz="2800" dirty="0">
                <a:latin typeface="微軟正黑體 Light" panose="020B0304030504040204" pitchFamily="34" charset="-120"/>
                <a:ea typeface="微軟正黑體 Light" panose="020B0304030504040204" pitchFamily="34" charset="-120"/>
              </a:rPr>
              <a:t>01 </a:t>
            </a:r>
            <a:r>
              <a:rPr lang="zh-TW" altLang="en-US" sz="2800" dirty="0">
                <a:latin typeface="微軟正黑體 Light" panose="020B0304030504040204" pitchFamily="34" charset="-120"/>
                <a:ea typeface="微軟正黑體 Light" panose="020B0304030504040204" pitchFamily="34" charset="-120"/>
              </a:rPr>
              <a:t>月 </a:t>
            </a:r>
            <a:r>
              <a:rPr lang="en-US" altLang="zh-TW" sz="2800" dirty="0">
                <a:latin typeface="微軟正黑體 Light" panose="020B0304030504040204" pitchFamily="34" charset="-120"/>
                <a:ea typeface="微軟正黑體 Light" panose="020B0304030504040204" pitchFamily="34" charset="-120"/>
              </a:rPr>
              <a:t>15 </a:t>
            </a:r>
            <a:r>
              <a:rPr lang="zh-TW" altLang="en-US" sz="2800" dirty="0">
                <a:latin typeface="微軟正黑體 Light" panose="020B0304030504040204" pitchFamily="34" charset="-120"/>
                <a:ea typeface="微軟正黑體 Light" panose="020B0304030504040204" pitchFamily="34" charset="-120"/>
              </a:rPr>
              <a:t>日</a:t>
            </a:r>
            <a:r>
              <a:rPr lang="en-US" altLang="zh-TW" sz="2800" dirty="0">
                <a:latin typeface="微軟正黑體 Light" panose="020B0304030504040204" pitchFamily="34" charset="-120"/>
                <a:ea typeface="微軟正黑體 Light" panose="020B0304030504040204" pitchFamily="34" charset="-120"/>
              </a:rPr>
              <a:t>)</a:t>
            </a:r>
          </a:p>
          <a:p>
            <a:pPr eaLnBrk="1" hangingPunct="1">
              <a:lnSpc>
                <a:spcPct val="80000"/>
              </a:lnSpc>
            </a:pPr>
            <a:endParaRPr lang="en-US" altLang="zh-TW" sz="2400" dirty="0">
              <a:solidFill>
                <a:schemeClr val="bg1"/>
              </a:solidFill>
              <a:latin typeface="標楷體" panose="03000509000000000000" pitchFamily="65" charset="-120"/>
              <a:ea typeface="標楷體" panose="03000509000000000000" pitchFamily="65" charset="-120"/>
            </a:endParaRPr>
          </a:p>
        </p:txBody>
      </p:sp>
      <p:sp>
        <p:nvSpPr>
          <p:cNvPr id="4" name="文字方塊 3"/>
          <p:cNvSpPr txBox="1"/>
          <p:nvPr/>
        </p:nvSpPr>
        <p:spPr>
          <a:xfrm>
            <a:off x="4595019" y="6381328"/>
            <a:ext cx="4339650" cy="646331"/>
          </a:xfrm>
          <a:prstGeom prst="rect">
            <a:avLst/>
          </a:prstGeom>
          <a:noFill/>
        </p:spPr>
        <p:txBody>
          <a:bodyPr wrap="none" rtlCol="0">
            <a:spAutoFit/>
          </a:bodyPr>
          <a:lstStyle/>
          <a:p>
            <a:r>
              <a:rPr lang="zh-TW" altLang="en-US" dirty="0">
                <a:solidFill>
                  <a:srgbClr val="C812C4"/>
                </a:solidFill>
                <a:latin typeface="華康中特圓體" pitchFamily="49" charset="-120"/>
                <a:ea typeface="華康中特圓體" pitchFamily="49" charset="-120"/>
                <a:cs typeface="華康儷粗宋" pitchFamily="49" charset="-120"/>
              </a:rPr>
              <a:t>資料來源</a:t>
            </a:r>
            <a:r>
              <a:rPr lang="en-US" altLang="zh-TW" dirty="0">
                <a:solidFill>
                  <a:srgbClr val="C812C4"/>
                </a:solidFill>
                <a:latin typeface="華康中特圓體" pitchFamily="49" charset="-120"/>
                <a:ea typeface="華康中特圓體" pitchFamily="49" charset="-120"/>
                <a:cs typeface="華康儷粗宋" pitchFamily="49" charset="-120"/>
              </a:rPr>
              <a:t>:</a:t>
            </a:r>
            <a:r>
              <a:rPr lang="zh-TW" altLang="en-US" dirty="0">
                <a:solidFill>
                  <a:srgbClr val="C812C4"/>
                </a:solidFill>
                <a:latin typeface="華康中特圓體" pitchFamily="49" charset="-120"/>
                <a:ea typeface="華康中特圓體" pitchFamily="49" charset="-120"/>
                <a:cs typeface="華康儷粗宋" pitchFamily="49" charset="-120"/>
              </a:rPr>
              <a:t>屏東縣社會處社工督導 林弘昌</a:t>
            </a:r>
          </a:p>
          <a:p>
            <a:endParaRPr lang="zh-TW" altLang="en-US" dirty="0"/>
          </a:p>
        </p:txBody>
      </p:sp>
    </p:spTree>
    <p:extLst>
      <p:ext uri="{BB962C8B-B14F-4D97-AF65-F5344CB8AC3E}">
        <p14:creationId xmlns:p14="http://schemas.microsoft.com/office/powerpoint/2010/main" val="1374668399"/>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anim calcmode="lin" valueType="num">
                                      <p:cBhvr>
                                        <p:cTn id="7" dur="500" fill="hold"/>
                                        <p:tgtEl>
                                          <p:spTgt spid="19461">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19461">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19461">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19461">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19461">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4" presetClass="entr" presetSubtype="0" accel="100000" fill="hold" grpId="0" nodeType="clickEffect">
                                  <p:stCondLst>
                                    <p:cond delay="0"/>
                                  </p:stCondLst>
                                  <p:childTnLst>
                                    <p:set>
                                      <p:cBhvr>
                                        <p:cTn id="15" dur="1" fill="hold">
                                          <p:stCondLst>
                                            <p:cond delay="0"/>
                                          </p:stCondLst>
                                        </p:cTn>
                                        <p:tgtEl>
                                          <p:spTgt spid="19461">
                                            <p:txEl>
                                              <p:pRg st="1" end="1"/>
                                            </p:txEl>
                                          </p:spTgt>
                                        </p:tgtEl>
                                        <p:attrNameLst>
                                          <p:attrName>style.visibility</p:attrName>
                                        </p:attrNameLst>
                                      </p:cBhvr>
                                      <p:to>
                                        <p:strVal val="visible"/>
                                      </p:to>
                                    </p:set>
                                    <p:anim calcmode="lin" valueType="num">
                                      <p:cBhvr>
                                        <p:cTn id="16" dur="500" fill="hold"/>
                                        <p:tgtEl>
                                          <p:spTgt spid="19461">
                                            <p:txEl>
                                              <p:pRg st="1" end="1"/>
                                            </p:txEl>
                                          </p:spTgt>
                                        </p:tgtEl>
                                        <p:attrNameLst>
                                          <p:attrName>ppt_w</p:attrName>
                                        </p:attrNameLst>
                                      </p:cBhvr>
                                      <p:tavLst>
                                        <p:tav tm="0">
                                          <p:val>
                                            <p:strVal val="#ppt_w*0.05"/>
                                          </p:val>
                                        </p:tav>
                                        <p:tav tm="100000">
                                          <p:val>
                                            <p:strVal val="#ppt_w"/>
                                          </p:val>
                                        </p:tav>
                                      </p:tavLst>
                                    </p:anim>
                                    <p:anim calcmode="lin" valueType="num">
                                      <p:cBhvr>
                                        <p:cTn id="17" dur="500" fill="hold"/>
                                        <p:tgtEl>
                                          <p:spTgt spid="19461">
                                            <p:txEl>
                                              <p:pRg st="1" end="1"/>
                                            </p:txEl>
                                          </p:spTgt>
                                        </p:tgtEl>
                                        <p:attrNameLst>
                                          <p:attrName>ppt_h</p:attrName>
                                        </p:attrNameLst>
                                      </p:cBhvr>
                                      <p:tavLst>
                                        <p:tav tm="0">
                                          <p:val>
                                            <p:strVal val="#ppt_h"/>
                                          </p:val>
                                        </p:tav>
                                        <p:tav tm="100000">
                                          <p:val>
                                            <p:strVal val="#ppt_h"/>
                                          </p:val>
                                        </p:tav>
                                      </p:tavLst>
                                    </p:anim>
                                    <p:anim calcmode="lin" valueType="num">
                                      <p:cBhvr>
                                        <p:cTn id="18" dur="500" fill="hold"/>
                                        <p:tgtEl>
                                          <p:spTgt spid="19461">
                                            <p:txEl>
                                              <p:pRg st="1" end="1"/>
                                            </p:txEl>
                                          </p:spTgt>
                                        </p:tgtEl>
                                        <p:attrNameLst>
                                          <p:attrName>ppt_x</p:attrName>
                                        </p:attrNameLst>
                                      </p:cBhvr>
                                      <p:tavLst>
                                        <p:tav tm="0">
                                          <p:val>
                                            <p:strVal val="#ppt_x-.2"/>
                                          </p:val>
                                        </p:tav>
                                        <p:tav tm="100000">
                                          <p:val>
                                            <p:strVal val="#ppt_x"/>
                                          </p:val>
                                        </p:tav>
                                      </p:tavLst>
                                    </p:anim>
                                    <p:anim calcmode="lin" valueType="num">
                                      <p:cBhvr>
                                        <p:cTn id="19" dur="500" fill="hold"/>
                                        <p:tgtEl>
                                          <p:spTgt spid="19461">
                                            <p:txEl>
                                              <p:pRg st="1" end="1"/>
                                            </p:txEl>
                                          </p:spTgt>
                                        </p:tgtEl>
                                        <p:attrNameLst>
                                          <p:attrName>ppt_y</p:attrName>
                                        </p:attrNameLst>
                                      </p:cBhvr>
                                      <p:tavLst>
                                        <p:tav tm="0">
                                          <p:val>
                                            <p:strVal val="#ppt_y"/>
                                          </p:val>
                                        </p:tav>
                                        <p:tav tm="100000">
                                          <p:val>
                                            <p:strVal val="#ppt_y"/>
                                          </p:val>
                                        </p:tav>
                                      </p:tavLst>
                                    </p:anim>
                                    <p:animEffect transition="in" filter="fade">
                                      <p:cBhvr>
                                        <p:cTn id="20" dur="500"/>
                                        <p:tgtEl>
                                          <p:spTgt spid="19461">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4" presetClass="entr" presetSubtype="0" accel="100000" fill="hold" grpId="0" nodeType="clickEffect">
                                  <p:stCondLst>
                                    <p:cond delay="0"/>
                                  </p:stCondLst>
                                  <p:childTnLst>
                                    <p:set>
                                      <p:cBhvr>
                                        <p:cTn id="24" dur="1" fill="hold">
                                          <p:stCondLst>
                                            <p:cond delay="0"/>
                                          </p:stCondLst>
                                        </p:cTn>
                                        <p:tgtEl>
                                          <p:spTgt spid="19461">
                                            <p:txEl>
                                              <p:pRg st="2" end="2"/>
                                            </p:txEl>
                                          </p:spTgt>
                                        </p:tgtEl>
                                        <p:attrNameLst>
                                          <p:attrName>style.visibility</p:attrName>
                                        </p:attrNameLst>
                                      </p:cBhvr>
                                      <p:to>
                                        <p:strVal val="visible"/>
                                      </p:to>
                                    </p:set>
                                    <p:anim calcmode="lin" valueType="num">
                                      <p:cBhvr>
                                        <p:cTn id="25" dur="500" fill="hold"/>
                                        <p:tgtEl>
                                          <p:spTgt spid="19461">
                                            <p:txEl>
                                              <p:pRg st="2" end="2"/>
                                            </p:txEl>
                                          </p:spTgt>
                                        </p:tgtEl>
                                        <p:attrNameLst>
                                          <p:attrName>ppt_w</p:attrName>
                                        </p:attrNameLst>
                                      </p:cBhvr>
                                      <p:tavLst>
                                        <p:tav tm="0">
                                          <p:val>
                                            <p:strVal val="#ppt_w*0.05"/>
                                          </p:val>
                                        </p:tav>
                                        <p:tav tm="100000">
                                          <p:val>
                                            <p:strVal val="#ppt_w"/>
                                          </p:val>
                                        </p:tav>
                                      </p:tavLst>
                                    </p:anim>
                                    <p:anim calcmode="lin" valueType="num">
                                      <p:cBhvr>
                                        <p:cTn id="26" dur="500" fill="hold"/>
                                        <p:tgtEl>
                                          <p:spTgt spid="19461">
                                            <p:txEl>
                                              <p:pRg st="2" end="2"/>
                                            </p:txEl>
                                          </p:spTgt>
                                        </p:tgtEl>
                                        <p:attrNameLst>
                                          <p:attrName>ppt_h</p:attrName>
                                        </p:attrNameLst>
                                      </p:cBhvr>
                                      <p:tavLst>
                                        <p:tav tm="0">
                                          <p:val>
                                            <p:strVal val="#ppt_h"/>
                                          </p:val>
                                        </p:tav>
                                        <p:tav tm="100000">
                                          <p:val>
                                            <p:strVal val="#ppt_h"/>
                                          </p:val>
                                        </p:tav>
                                      </p:tavLst>
                                    </p:anim>
                                    <p:anim calcmode="lin" valueType="num">
                                      <p:cBhvr>
                                        <p:cTn id="27" dur="500" fill="hold"/>
                                        <p:tgtEl>
                                          <p:spTgt spid="19461">
                                            <p:txEl>
                                              <p:pRg st="2" end="2"/>
                                            </p:txEl>
                                          </p:spTgt>
                                        </p:tgtEl>
                                        <p:attrNameLst>
                                          <p:attrName>ppt_x</p:attrName>
                                        </p:attrNameLst>
                                      </p:cBhvr>
                                      <p:tavLst>
                                        <p:tav tm="0">
                                          <p:val>
                                            <p:strVal val="#ppt_x-.2"/>
                                          </p:val>
                                        </p:tav>
                                        <p:tav tm="100000">
                                          <p:val>
                                            <p:strVal val="#ppt_x"/>
                                          </p:val>
                                        </p:tav>
                                      </p:tavLst>
                                    </p:anim>
                                    <p:anim calcmode="lin" valueType="num">
                                      <p:cBhvr>
                                        <p:cTn id="28" dur="500" fill="hold"/>
                                        <p:tgtEl>
                                          <p:spTgt spid="19461">
                                            <p:txEl>
                                              <p:pRg st="2" end="2"/>
                                            </p:txEl>
                                          </p:spTgt>
                                        </p:tgtEl>
                                        <p:attrNameLst>
                                          <p:attrName>ppt_y</p:attrName>
                                        </p:attrNameLst>
                                      </p:cBhvr>
                                      <p:tavLst>
                                        <p:tav tm="0">
                                          <p:val>
                                            <p:strVal val="#ppt_y"/>
                                          </p:val>
                                        </p:tav>
                                        <p:tav tm="100000">
                                          <p:val>
                                            <p:strVal val="#ppt_y"/>
                                          </p:val>
                                        </p:tav>
                                      </p:tavLst>
                                    </p:anim>
                                    <p:animEffect transition="in" filter="fade">
                                      <p:cBhvr>
                                        <p:cTn id="29" dur="500"/>
                                        <p:tgtEl>
                                          <p:spTgt spid="19461">
                                            <p:txEl>
                                              <p:pRg st="2" end="2"/>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4" presetClass="entr" presetSubtype="0" accel="100000" fill="hold" grpId="0" nodeType="clickEffect">
                                  <p:stCondLst>
                                    <p:cond delay="0"/>
                                  </p:stCondLst>
                                  <p:childTnLst>
                                    <p:set>
                                      <p:cBhvr>
                                        <p:cTn id="33" dur="1" fill="hold">
                                          <p:stCondLst>
                                            <p:cond delay="0"/>
                                          </p:stCondLst>
                                        </p:cTn>
                                        <p:tgtEl>
                                          <p:spTgt spid="19461">
                                            <p:txEl>
                                              <p:pRg st="3" end="3"/>
                                            </p:txEl>
                                          </p:spTgt>
                                        </p:tgtEl>
                                        <p:attrNameLst>
                                          <p:attrName>style.visibility</p:attrName>
                                        </p:attrNameLst>
                                      </p:cBhvr>
                                      <p:to>
                                        <p:strVal val="visible"/>
                                      </p:to>
                                    </p:set>
                                    <p:anim calcmode="lin" valueType="num">
                                      <p:cBhvr>
                                        <p:cTn id="34" dur="500" fill="hold"/>
                                        <p:tgtEl>
                                          <p:spTgt spid="19461">
                                            <p:txEl>
                                              <p:pRg st="3" end="3"/>
                                            </p:txEl>
                                          </p:spTgt>
                                        </p:tgtEl>
                                        <p:attrNameLst>
                                          <p:attrName>ppt_w</p:attrName>
                                        </p:attrNameLst>
                                      </p:cBhvr>
                                      <p:tavLst>
                                        <p:tav tm="0">
                                          <p:val>
                                            <p:strVal val="#ppt_w*0.05"/>
                                          </p:val>
                                        </p:tav>
                                        <p:tav tm="100000">
                                          <p:val>
                                            <p:strVal val="#ppt_w"/>
                                          </p:val>
                                        </p:tav>
                                      </p:tavLst>
                                    </p:anim>
                                    <p:anim calcmode="lin" valueType="num">
                                      <p:cBhvr>
                                        <p:cTn id="35" dur="500" fill="hold"/>
                                        <p:tgtEl>
                                          <p:spTgt spid="19461">
                                            <p:txEl>
                                              <p:pRg st="3" end="3"/>
                                            </p:txEl>
                                          </p:spTgt>
                                        </p:tgtEl>
                                        <p:attrNameLst>
                                          <p:attrName>ppt_h</p:attrName>
                                        </p:attrNameLst>
                                      </p:cBhvr>
                                      <p:tavLst>
                                        <p:tav tm="0">
                                          <p:val>
                                            <p:strVal val="#ppt_h"/>
                                          </p:val>
                                        </p:tav>
                                        <p:tav tm="100000">
                                          <p:val>
                                            <p:strVal val="#ppt_h"/>
                                          </p:val>
                                        </p:tav>
                                      </p:tavLst>
                                    </p:anim>
                                    <p:anim calcmode="lin" valueType="num">
                                      <p:cBhvr>
                                        <p:cTn id="36" dur="500" fill="hold"/>
                                        <p:tgtEl>
                                          <p:spTgt spid="19461">
                                            <p:txEl>
                                              <p:pRg st="3" end="3"/>
                                            </p:txEl>
                                          </p:spTgt>
                                        </p:tgtEl>
                                        <p:attrNameLst>
                                          <p:attrName>ppt_x</p:attrName>
                                        </p:attrNameLst>
                                      </p:cBhvr>
                                      <p:tavLst>
                                        <p:tav tm="0">
                                          <p:val>
                                            <p:strVal val="#ppt_x-.2"/>
                                          </p:val>
                                        </p:tav>
                                        <p:tav tm="100000">
                                          <p:val>
                                            <p:strVal val="#ppt_x"/>
                                          </p:val>
                                        </p:tav>
                                      </p:tavLst>
                                    </p:anim>
                                    <p:anim calcmode="lin" valueType="num">
                                      <p:cBhvr>
                                        <p:cTn id="37" dur="500" fill="hold"/>
                                        <p:tgtEl>
                                          <p:spTgt spid="19461">
                                            <p:txEl>
                                              <p:pRg st="3" end="3"/>
                                            </p:txEl>
                                          </p:spTgt>
                                        </p:tgtEl>
                                        <p:attrNameLst>
                                          <p:attrName>ppt_y</p:attrName>
                                        </p:attrNameLst>
                                      </p:cBhvr>
                                      <p:tavLst>
                                        <p:tav tm="0">
                                          <p:val>
                                            <p:strVal val="#ppt_y"/>
                                          </p:val>
                                        </p:tav>
                                        <p:tav tm="100000">
                                          <p:val>
                                            <p:strVal val="#ppt_y"/>
                                          </p:val>
                                        </p:tav>
                                      </p:tavLst>
                                    </p:anim>
                                    <p:animEffect transition="in" filter="fade">
                                      <p:cBhvr>
                                        <p:cTn id="38" dur="500"/>
                                        <p:tgtEl>
                                          <p:spTgt spid="19461">
                                            <p:txEl>
                                              <p:pRg st="3" end="3"/>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4" presetClass="entr" presetSubtype="0" accel="100000" fill="hold" grpId="0" nodeType="clickEffect">
                                  <p:stCondLst>
                                    <p:cond delay="0"/>
                                  </p:stCondLst>
                                  <p:childTnLst>
                                    <p:set>
                                      <p:cBhvr>
                                        <p:cTn id="42" dur="1" fill="hold">
                                          <p:stCondLst>
                                            <p:cond delay="0"/>
                                          </p:stCondLst>
                                        </p:cTn>
                                        <p:tgtEl>
                                          <p:spTgt spid="19461">
                                            <p:txEl>
                                              <p:pRg st="4" end="4"/>
                                            </p:txEl>
                                          </p:spTgt>
                                        </p:tgtEl>
                                        <p:attrNameLst>
                                          <p:attrName>style.visibility</p:attrName>
                                        </p:attrNameLst>
                                      </p:cBhvr>
                                      <p:to>
                                        <p:strVal val="visible"/>
                                      </p:to>
                                    </p:set>
                                    <p:anim calcmode="lin" valueType="num">
                                      <p:cBhvr>
                                        <p:cTn id="43" dur="500" fill="hold"/>
                                        <p:tgtEl>
                                          <p:spTgt spid="19461">
                                            <p:txEl>
                                              <p:pRg st="4" end="4"/>
                                            </p:txEl>
                                          </p:spTgt>
                                        </p:tgtEl>
                                        <p:attrNameLst>
                                          <p:attrName>ppt_w</p:attrName>
                                        </p:attrNameLst>
                                      </p:cBhvr>
                                      <p:tavLst>
                                        <p:tav tm="0">
                                          <p:val>
                                            <p:strVal val="#ppt_w*0.05"/>
                                          </p:val>
                                        </p:tav>
                                        <p:tav tm="100000">
                                          <p:val>
                                            <p:strVal val="#ppt_w"/>
                                          </p:val>
                                        </p:tav>
                                      </p:tavLst>
                                    </p:anim>
                                    <p:anim calcmode="lin" valueType="num">
                                      <p:cBhvr>
                                        <p:cTn id="44" dur="500" fill="hold"/>
                                        <p:tgtEl>
                                          <p:spTgt spid="19461">
                                            <p:txEl>
                                              <p:pRg st="4" end="4"/>
                                            </p:txEl>
                                          </p:spTgt>
                                        </p:tgtEl>
                                        <p:attrNameLst>
                                          <p:attrName>ppt_h</p:attrName>
                                        </p:attrNameLst>
                                      </p:cBhvr>
                                      <p:tavLst>
                                        <p:tav tm="0">
                                          <p:val>
                                            <p:strVal val="#ppt_h"/>
                                          </p:val>
                                        </p:tav>
                                        <p:tav tm="100000">
                                          <p:val>
                                            <p:strVal val="#ppt_h"/>
                                          </p:val>
                                        </p:tav>
                                      </p:tavLst>
                                    </p:anim>
                                    <p:anim calcmode="lin" valueType="num">
                                      <p:cBhvr>
                                        <p:cTn id="45" dur="500" fill="hold"/>
                                        <p:tgtEl>
                                          <p:spTgt spid="19461">
                                            <p:txEl>
                                              <p:pRg st="4" end="4"/>
                                            </p:txEl>
                                          </p:spTgt>
                                        </p:tgtEl>
                                        <p:attrNameLst>
                                          <p:attrName>ppt_x</p:attrName>
                                        </p:attrNameLst>
                                      </p:cBhvr>
                                      <p:tavLst>
                                        <p:tav tm="0">
                                          <p:val>
                                            <p:strVal val="#ppt_x-.2"/>
                                          </p:val>
                                        </p:tav>
                                        <p:tav tm="100000">
                                          <p:val>
                                            <p:strVal val="#ppt_x"/>
                                          </p:val>
                                        </p:tav>
                                      </p:tavLst>
                                    </p:anim>
                                    <p:anim calcmode="lin" valueType="num">
                                      <p:cBhvr>
                                        <p:cTn id="46" dur="500" fill="hold"/>
                                        <p:tgtEl>
                                          <p:spTgt spid="19461">
                                            <p:txEl>
                                              <p:pRg st="4" end="4"/>
                                            </p:txEl>
                                          </p:spTgt>
                                        </p:tgtEl>
                                        <p:attrNameLst>
                                          <p:attrName>ppt_y</p:attrName>
                                        </p:attrNameLst>
                                      </p:cBhvr>
                                      <p:tavLst>
                                        <p:tav tm="0">
                                          <p:val>
                                            <p:strVal val="#ppt_y"/>
                                          </p:val>
                                        </p:tav>
                                        <p:tav tm="100000">
                                          <p:val>
                                            <p:strVal val="#ppt_y"/>
                                          </p:val>
                                        </p:tav>
                                      </p:tavLst>
                                    </p:anim>
                                    <p:animEffect transition="in" filter="fade">
                                      <p:cBhvr>
                                        <p:cTn id="47" dur="500"/>
                                        <p:tgtEl>
                                          <p:spTgt spid="19461">
                                            <p:txEl>
                                              <p:pRg st="4" end="4"/>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4" presetClass="entr" presetSubtype="0" accel="100000" fill="hold" grpId="0" nodeType="clickEffect">
                                  <p:stCondLst>
                                    <p:cond delay="0"/>
                                  </p:stCondLst>
                                  <p:childTnLst>
                                    <p:set>
                                      <p:cBhvr>
                                        <p:cTn id="51" dur="1" fill="hold">
                                          <p:stCondLst>
                                            <p:cond delay="0"/>
                                          </p:stCondLst>
                                        </p:cTn>
                                        <p:tgtEl>
                                          <p:spTgt spid="19461">
                                            <p:txEl>
                                              <p:pRg st="5" end="5"/>
                                            </p:txEl>
                                          </p:spTgt>
                                        </p:tgtEl>
                                        <p:attrNameLst>
                                          <p:attrName>style.visibility</p:attrName>
                                        </p:attrNameLst>
                                      </p:cBhvr>
                                      <p:to>
                                        <p:strVal val="visible"/>
                                      </p:to>
                                    </p:set>
                                    <p:anim calcmode="lin" valueType="num">
                                      <p:cBhvr>
                                        <p:cTn id="52" dur="500" fill="hold"/>
                                        <p:tgtEl>
                                          <p:spTgt spid="19461">
                                            <p:txEl>
                                              <p:pRg st="5" end="5"/>
                                            </p:txEl>
                                          </p:spTgt>
                                        </p:tgtEl>
                                        <p:attrNameLst>
                                          <p:attrName>ppt_w</p:attrName>
                                        </p:attrNameLst>
                                      </p:cBhvr>
                                      <p:tavLst>
                                        <p:tav tm="0">
                                          <p:val>
                                            <p:strVal val="#ppt_w*0.05"/>
                                          </p:val>
                                        </p:tav>
                                        <p:tav tm="100000">
                                          <p:val>
                                            <p:strVal val="#ppt_w"/>
                                          </p:val>
                                        </p:tav>
                                      </p:tavLst>
                                    </p:anim>
                                    <p:anim calcmode="lin" valueType="num">
                                      <p:cBhvr>
                                        <p:cTn id="53" dur="500" fill="hold"/>
                                        <p:tgtEl>
                                          <p:spTgt spid="19461">
                                            <p:txEl>
                                              <p:pRg st="5" end="5"/>
                                            </p:txEl>
                                          </p:spTgt>
                                        </p:tgtEl>
                                        <p:attrNameLst>
                                          <p:attrName>ppt_h</p:attrName>
                                        </p:attrNameLst>
                                      </p:cBhvr>
                                      <p:tavLst>
                                        <p:tav tm="0">
                                          <p:val>
                                            <p:strVal val="#ppt_h"/>
                                          </p:val>
                                        </p:tav>
                                        <p:tav tm="100000">
                                          <p:val>
                                            <p:strVal val="#ppt_h"/>
                                          </p:val>
                                        </p:tav>
                                      </p:tavLst>
                                    </p:anim>
                                    <p:anim calcmode="lin" valueType="num">
                                      <p:cBhvr>
                                        <p:cTn id="54" dur="500" fill="hold"/>
                                        <p:tgtEl>
                                          <p:spTgt spid="19461">
                                            <p:txEl>
                                              <p:pRg st="5" end="5"/>
                                            </p:txEl>
                                          </p:spTgt>
                                        </p:tgtEl>
                                        <p:attrNameLst>
                                          <p:attrName>ppt_x</p:attrName>
                                        </p:attrNameLst>
                                      </p:cBhvr>
                                      <p:tavLst>
                                        <p:tav tm="0">
                                          <p:val>
                                            <p:strVal val="#ppt_x-.2"/>
                                          </p:val>
                                        </p:tav>
                                        <p:tav tm="100000">
                                          <p:val>
                                            <p:strVal val="#ppt_x"/>
                                          </p:val>
                                        </p:tav>
                                      </p:tavLst>
                                    </p:anim>
                                    <p:anim calcmode="lin" valueType="num">
                                      <p:cBhvr>
                                        <p:cTn id="55" dur="500" fill="hold"/>
                                        <p:tgtEl>
                                          <p:spTgt spid="19461">
                                            <p:txEl>
                                              <p:pRg st="5" end="5"/>
                                            </p:txEl>
                                          </p:spTgt>
                                        </p:tgtEl>
                                        <p:attrNameLst>
                                          <p:attrName>ppt_y</p:attrName>
                                        </p:attrNameLst>
                                      </p:cBhvr>
                                      <p:tavLst>
                                        <p:tav tm="0">
                                          <p:val>
                                            <p:strVal val="#ppt_y"/>
                                          </p:val>
                                        </p:tav>
                                        <p:tav tm="100000">
                                          <p:val>
                                            <p:strVal val="#ppt_y"/>
                                          </p:val>
                                        </p:tav>
                                      </p:tavLst>
                                    </p:anim>
                                    <p:animEffect transition="in" filter="fade">
                                      <p:cBhvr>
                                        <p:cTn id="56" dur="500"/>
                                        <p:tgtEl>
                                          <p:spTgt spid="19461">
                                            <p:txEl>
                                              <p:pRg st="5" end="5"/>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4" presetClass="entr" presetSubtype="0" accel="100000" fill="hold" grpId="0" nodeType="clickEffect">
                                  <p:stCondLst>
                                    <p:cond delay="0"/>
                                  </p:stCondLst>
                                  <p:childTnLst>
                                    <p:set>
                                      <p:cBhvr>
                                        <p:cTn id="60" dur="1" fill="hold">
                                          <p:stCondLst>
                                            <p:cond delay="0"/>
                                          </p:stCondLst>
                                        </p:cTn>
                                        <p:tgtEl>
                                          <p:spTgt spid="19461">
                                            <p:txEl>
                                              <p:pRg st="6" end="6"/>
                                            </p:txEl>
                                          </p:spTgt>
                                        </p:tgtEl>
                                        <p:attrNameLst>
                                          <p:attrName>style.visibility</p:attrName>
                                        </p:attrNameLst>
                                      </p:cBhvr>
                                      <p:to>
                                        <p:strVal val="visible"/>
                                      </p:to>
                                    </p:set>
                                    <p:anim calcmode="lin" valueType="num">
                                      <p:cBhvr>
                                        <p:cTn id="61" dur="500" fill="hold"/>
                                        <p:tgtEl>
                                          <p:spTgt spid="19461">
                                            <p:txEl>
                                              <p:pRg st="6" end="6"/>
                                            </p:txEl>
                                          </p:spTgt>
                                        </p:tgtEl>
                                        <p:attrNameLst>
                                          <p:attrName>ppt_w</p:attrName>
                                        </p:attrNameLst>
                                      </p:cBhvr>
                                      <p:tavLst>
                                        <p:tav tm="0">
                                          <p:val>
                                            <p:strVal val="#ppt_w*0.05"/>
                                          </p:val>
                                        </p:tav>
                                        <p:tav tm="100000">
                                          <p:val>
                                            <p:strVal val="#ppt_w"/>
                                          </p:val>
                                        </p:tav>
                                      </p:tavLst>
                                    </p:anim>
                                    <p:anim calcmode="lin" valueType="num">
                                      <p:cBhvr>
                                        <p:cTn id="62" dur="500" fill="hold"/>
                                        <p:tgtEl>
                                          <p:spTgt spid="19461">
                                            <p:txEl>
                                              <p:pRg st="6" end="6"/>
                                            </p:txEl>
                                          </p:spTgt>
                                        </p:tgtEl>
                                        <p:attrNameLst>
                                          <p:attrName>ppt_h</p:attrName>
                                        </p:attrNameLst>
                                      </p:cBhvr>
                                      <p:tavLst>
                                        <p:tav tm="0">
                                          <p:val>
                                            <p:strVal val="#ppt_h"/>
                                          </p:val>
                                        </p:tav>
                                        <p:tav tm="100000">
                                          <p:val>
                                            <p:strVal val="#ppt_h"/>
                                          </p:val>
                                        </p:tav>
                                      </p:tavLst>
                                    </p:anim>
                                    <p:anim calcmode="lin" valueType="num">
                                      <p:cBhvr>
                                        <p:cTn id="63" dur="500" fill="hold"/>
                                        <p:tgtEl>
                                          <p:spTgt spid="19461">
                                            <p:txEl>
                                              <p:pRg st="6" end="6"/>
                                            </p:txEl>
                                          </p:spTgt>
                                        </p:tgtEl>
                                        <p:attrNameLst>
                                          <p:attrName>ppt_x</p:attrName>
                                        </p:attrNameLst>
                                      </p:cBhvr>
                                      <p:tavLst>
                                        <p:tav tm="0">
                                          <p:val>
                                            <p:strVal val="#ppt_x-.2"/>
                                          </p:val>
                                        </p:tav>
                                        <p:tav tm="100000">
                                          <p:val>
                                            <p:strVal val="#ppt_x"/>
                                          </p:val>
                                        </p:tav>
                                      </p:tavLst>
                                    </p:anim>
                                    <p:anim calcmode="lin" valueType="num">
                                      <p:cBhvr>
                                        <p:cTn id="64" dur="500" fill="hold"/>
                                        <p:tgtEl>
                                          <p:spTgt spid="19461">
                                            <p:txEl>
                                              <p:pRg st="6" end="6"/>
                                            </p:txEl>
                                          </p:spTgt>
                                        </p:tgtEl>
                                        <p:attrNameLst>
                                          <p:attrName>ppt_y</p:attrName>
                                        </p:attrNameLst>
                                      </p:cBhvr>
                                      <p:tavLst>
                                        <p:tav tm="0">
                                          <p:val>
                                            <p:strVal val="#ppt_y"/>
                                          </p:val>
                                        </p:tav>
                                        <p:tav tm="100000">
                                          <p:val>
                                            <p:strVal val="#ppt_y"/>
                                          </p:val>
                                        </p:tav>
                                      </p:tavLst>
                                    </p:anim>
                                    <p:animEffect transition="in" filter="fade">
                                      <p:cBhvr>
                                        <p:cTn id="65" dur="500"/>
                                        <p:tgtEl>
                                          <p:spTgt spid="19461">
                                            <p:txEl>
                                              <p:pRg st="6" end="6"/>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4" presetClass="entr" presetSubtype="0" accel="100000" fill="hold" grpId="0" nodeType="clickEffect">
                                  <p:stCondLst>
                                    <p:cond delay="0"/>
                                  </p:stCondLst>
                                  <p:childTnLst>
                                    <p:set>
                                      <p:cBhvr>
                                        <p:cTn id="69" dur="1" fill="hold">
                                          <p:stCondLst>
                                            <p:cond delay="0"/>
                                          </p:stCondLst>
                                        </p:cTn>
                                        <p:tgtEl>
                                          <p:spTgt spid="19461">
                                            <p:txEl>
                                              <p:pRg st="7" end="7"/>
                                            </p:txEl>
                                          </p:spTgt>
                                        </p:tgtEl>
                                        <p:attrNameLst>
                                          <p:attrName>style.visibility</p:attrName>
                                        </p:attrNameLst>
                                      </p:cBhvr>
                                      <p:to>
                                        <p:strVal val="visible"/>
                                      </p:to>
                                    </p:set>
                                    <p:anim calcmode="lin" valueType="num">
                                      <p:cBhvr>
                                        <p:cTn id="70" dur="500" fill="hold"/>
                                        <p:tgtEl>
                                          <p:spTgt spid="19461">
                                            <p:txEl>
                                              <p:pRg st="7" end="7"/>
                                            </p:txEl>
                                          </p:spTgt>
                                        </p:tgtEl>
                                        <p:attrNameLst>
                                          <p:attrName>ppt_w</p:attrName>
                                        </p:attrNameLst>
                                      </p:cBhvr>
                                      <p:tavLst>
                                        <p:tav tm="0">
                                          <p:val>
                                            <p:strVal val="#ppt_w*0.05"/>
                                          </p:val>
                                        </p:tav>
                                        <p:tav tm="100000">
                                          <p:val>
                                            <p:strVal val="#ppt_w"/>
                                          </p:val>
                                        </p:tav>
                                      </p:tavLst>
                                    </p:anim>
                                    <p:anim calcmode="lin" valueType="num">
                                      <p:cBhvr>
                                        <p:cTn id="71" dur="500" fill="hold"/>
                                        <p:tgtEl>
                                          <p:spTgt spid="19461">
                                            <p:txEl>
                                              <p:pRg st="7" end="7"/>
                                            </p:txEl>
                                          </p:spTgt>
                                        </p:tgtEl>
                                        <p:attrNameLst>
                                          <p:attrName>ppt_h</p:attrName>
                                        </p:attrNameLst>
                                      </p:cBhvr>
                                      <p:tavLst>
                                        <p:tav tm="0">
                                          <p:val>
                                            <p:strVal val="#ppt_h"/>
                                          </p:val>
                                        </p:tav>
                                        <p:tav tm="100000">
                                          <p:val>
                                            <p:strVal val="#ppt_h"/>
                                          </p:val>
                                        </p:tav>
                                      </p:tavLst>
                                    </p:anim>
                                    <p:anim calcmode="lin" valueType="num">
                                      <p:cBhvr>
                                        <p:cTn id="72" dur="500" fill="hold"/>
                                        <p:tgtEl>
                                          <p:spTgt spid="19461">
                                            <p:txEl>
                                              <p:pRg st="7" end="7"/>
                                            </p:txEl>
                                          </p:spTgt>
                                        </p:tgtEl>
                                        <p:attrNameLst>
                                          <p:attrName>ppt_x</p:attrName>
                                        </p:attrNameLst>
                                      </p:cBhvr>
                                      <p:tavLst>
                                        <p:tav tm="0">
                                          <p:val>
                                            <p:strVal val="#ppt_x-.2"/>
                                          </p:val>
                                        </p:tav>
                                        <p:tav tm="100000">
                                          <p:val>
                                            <p:strVal val="#ppt_x"/>
                                          </p:val>
                                        </p:tav>
                                      </p:tavLst>
                                    </p:anim>
                                    <p:anim calcmode="lin" valueType="num">
                                      <p:cBhvr>
                                        <p:cTn id="73" dur="500" fill="hold"/>
                                        <p:tgtEl>
                                          <p:spTgt spid="19461">
                                            <p:txEl>
                                              <p:pRg st="7" end="7"/>
                                            </p:txEl>
                                          </p:spTgt>
                                        </p:tgtEl>
                                        <p:attrNameLst>
                                          <p:attrName>ppt_y</p:attrName>
                                        </p:attrNameLst>
                                      </p:cBhvr>
                                      <p:tavLst>
                                        <p:tav tm="0">
                                          <p:val>
                                            <p:strVal val="#ppt_y"/>
                                          </p:val>
                                        </p:tav>
                                        <p:tav tm="100000">
                                          <p:val>
                                            <p:strVal val="#ppt_y"/>
                                          </p:val>
                                        </p:tav>
                                      </p:tavLst>
                                    </p:anim>
                                    <p:animEffect transition="in" filter="fade">
                                      <p:cBhvr>
                                        <p:cTn id="74" dur="500"/>
                                        <p:tgtEl>
                                          <p:spTgt spid="19461">
                                            <p:txEl>
                                              <p:pRg st="7" end="7"/>
                                            </p:txEl>
                                          </p:spTgt>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54" presetClass="entr" presetSubtype="0" accel="100000" fill="hold" grpId="0" nodeType="clickEffect">
                                  <p:stCondLst>
                                    <p:cond delay="0"/>
                                  </p:stCondLst>
                                  <p:childTnLst>
                                    <p:set>
                                      <p:cBhvr>
                                        <p:cTn id="78" dur="1" fill="hold">
                                          <p:stCondLst>
                                            <p:cond delay="0"/>
                                          </p:stCondLst>
                                        </p:cTn>
                                        <p:tgtEl>
                                          <p:spTgt spid="19461">
                                            <p:txEl>
                                              <p:pRg st="8" end="8"/>
                                            </p:txEl>
                                          </p:spTgt>
                                        </p:tgtEl>
                                        <p:attrNameLst>
                                          <p:attrName>style.visibility</p:attrName>
                                        </p:attrNameLst>
                                      </p:cBhvr>
                                      <p:to>
                                        <p:strVal val="visible"/>
                                      </p:to>
                                    </p:set>
                                    <p:anim calcmode="lin" valueType="num">
                                      <p:cBhvr>
                                        <p:cTn id="79" dur="500" fill="hold"/>
                                        <p:tgtEl>
                                          <p:spTgt spid="19461">
                                            <p:txEl>
                                              <p:pRg st="8" end="8"/>
                                            </p:txEl>
                                          </p:spTgt>
                                        </p:tgtEl>
                                        <p:attrNameLst>
                                          <p:attrName>ppt_w</p:attrName>
                                        </p:attrNameLst>
                                      </p:cBhvr>
                                      <p:tavLst>
                                        <p:tav tm="0">
                                          <p:val>
                                            <p:strVal val="#ppt_w*0.05"/>
                                          </p:val>
                                        </p:tav>
                                        <p:tav tm="100000">
                                          <p:val>
                                            <p:strVal val="#ppt_w"/>
                                          </p:val>
                                        </p:tav>
                                      </p:tavLst>
                                    </p:anim>
                                    <p:anim calcmode="lin" valueType="num">
                                      <p:cBhvr>
                                        <p:cTn id="80" dur="500" fill="hold"/>
                                        <p:tgtEl>
                                          <p:spTgt spid="19461">
                                            <p:txEl>
                                              <p:pRg st="8" end="8"/>
                                            </p:txEl>
                                          </p:spTgt>
                                        </p:tgtEl>
                                        <p:attrNameLst>
                                          <p:attrName>ppt_h</p:attrName>
                                        </p:attrNameLst>
                                      </p:cBhvr>
                                      <p:tavLst>
                                        <p:tav tm="0">
                                          <p:val>
                                            <p:strVal val="#ppt_h"/>
                                          </p:val>
                                        </p:tav>
                                        <p:tav tm="100000">
                                          <p:val>
                                            <p:strVal val="#ppt_h"/>
                                          </p:val>
                                        </p:tav>
                                      </p:tavLst>
                                    </p:anim>
                                    <p:anim calcmode="lin" valueType="num">
                                      <p:cBhvr>
                                        <p:cTn id="81" dur="500" fill="hold"/>
                                        <p:tgtEl>
                                          <p:spTgt spid="19461">
                                            <p:txEl>
                                              <p:pRg st="8" end="8"/>
                                            </p:txEl>
                                          </p:spTgt>
                                        </p:tgtEl>
                                        <p:attrNameLst>
                                          <p:attrName>ppt_x</p:attrName>
                                        </p:attrNameLst>
                                      </p:cBhvr>
                                      <p:tavLst>
                                        <p:tav tm="0">
                                          <p:val>
                                            <p:strVal val="#ppt_x-.2"/>
                                          </p:val>
                                        </p:tav>
                                        <p:tav tm="100000">
                                          <p:val>
                                            <p:strVal val="#ppt_x"/>
                                          </p:val>
                                        </p:tav>
                                      </p:tavLst>
                                    </p:anim>
                                    <p:anim calcmode="lin" valueType="num">
                                      <p:cBhvr>
                                        <p:cTn id="82" dur="500" fill="hold"/>
                                        <p:tgtEl>
                                          <p:spTgt spid="19461">
                                            <p:txEl>
                                              <p:pRg st="8" end="8"/>
                                            </p:txEl>
                                          </p:spTgt>
                                        </p:tgtEl>
                                        <p:attrNameLst>
                                          <p:attrName>ppt_y</p:attrName>
                                        </p:attrNameLst>
                                      </p:cBhvr>
                                      <p:tavLst>
                                        <p:tav tm="0">
                                          <p:val>
                                            <p:strVal val="#ppt_y"/>
                                          </p:val>
                                        </p:tav>
                                        <p:tav tm="100000">
                                          <p:val>
                                            <p:strVal val="#ppt_y"/>
                                          </p:val>
                                        </p:tav>
                                      </p:tavLst>
                                    </p:anim>
                                    <p:animEffect transition="in" filter="fade">
                                      <p:cBhvr>
                                        <p:cTn id="83" dur="500"/>
                                        <p:tgtEl>
                                          <p:spTgt spid="19461">
                                            <p:txEl>
                                              <p:pRg st="8" end="8"/>
                                            </p:txEl>
                                          </p:spTgt>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54" presetClass="entr" presetSubtype="0" accel="100000" fill="hold" grpId="0" nodeType="clickEffect">
                                  <p:stCondLst>
                                    <p:cond delay="0"/>
                                  </p:stCondLst>
                                  <p:childTnLst>
                                    <p:set>
                                      <p:cBhvr>
                                        <p:cTn id="87" dur="1" fill="hold">
                                          <p:stCondLst>
                                            <p:cond delay="0"/>
                                          </p:stCondLst>
                                        </p:cTn>
                                        <p:tgtEl>
                                          <p:spTgt spid="19461">
                                            <p:txEl>
                                              <p:pRg st="9" end="9"/>
                                            </p:txEl>
                                          </p:spTgt>
                                        </p:tgtEl>
                                        <p:attrNameLst>
                                          <p:attrName>style.visibility</p:attrName>
                                        </p:attrNameLst>
                                      </p:cBhvr>
                                      <p:to>
                                        <p:strVal val="visible"/>
                                      </p:to>
                                    </p:set>
                                    <p:anim calcmode="lin" valueType="num">
                                      <p:cBhvr>
                                        <p:cTn id="88" dur="500" fill="hold"/>
                                        <p:tgtEl>
                                          <p:spTgt spid="19461">
                                            <p:txEl>
                                              <p:pRg st="9" end="9"/>
                                            </p:txEl>
                                          </p:spTgt>
                                        </p:tgtEl>
                                        <p:attrNameLst>
                                          <p:attrName>ppt_w</p:attrName>
                                        </p:attrNameLst>
                                      </p:cBhvr>
                                      <p:tavLst>
                                        <p:tav tm="0">
                                          <p:val>
                                            <p:strVal val="#ppt_w*0.05"/>
                                          </p:val>
                                        </p:tav>
                                        <p:tav tm="100000">
                                          <p:val>
                                            <p:strVal val="#ppt_w"/>
                                          </p:val>
                                        </p:tav>
                                      </p:tavLst>
                                    </p:anim>
                                    <p:anim calcmode="lin" valueType="num">
                                      <p:cBhvr>
                                        <p:cTn id="89" dur="500" fill="hold"/>
                                        <p:tgtEl>
                                          <p:spTgt spid="19461">
                                            <p:txEl>
                                              <p:pRg st="9" end="9"/>
                                            </p:txEl>
                                          </p:spTgt>
                                        </p:tgtEl>
                                        <p:attrNameLst>
                                          <p:attrName>ppt_h</p:attrName>
                                        </p:attrNameLst>
                                      </p:cBhvr>
                                      <p:tavLst>
                                        <p:tav tm="0">
                                          <p:val>
                                            <p:strVal val="#ppt_h"/>
                                          </p:val>
                                        </p:tav>
                                        <p:tav tm="100000">
                                          <p:val>
                                            <p:strVal val="#ppt_h"/>
                                          </p:val>
                                        </p:tav>
                                      </p:tavLst>
                                    </p:anim>
                                    <p:anim calcmode="lin" valueType="num">
                                      <p:cBhvr>
                                        <p:cTn id="90" dur="500" fill="hold"/>
                                        <p:tgtEl>
                                          <p:spTgt spid="19461">
                                            <p:txEl>
                                              <p:pRg st="9" end="9"/>
                                            </p:txEl>
                                          </p:spTgt>
                                        </p:tgtEl>
                                        <p:attrNameLst>
                                          <p:attrName>ppt_x</p:attrName>
                                        </p:attrNameLst>
                                      </p:cBhvr>
                                      <p:tavLst>
                                        <p:tav tm="0">
                                          <p:val>
                                            <p:strVal val="#ppt_x-.2"/>
                                          </p:val>
                                        </p:tav>
                                        <p:tav tm="100000">
                                          <p:val>
                                            <p:strVal val="#ppt_x"/>
                                          </p:val>
                                        </p:tav>
                                      </p:tavLst>
                                    </p:anim>
                                    <p:anim calcmode="lin" valueType="num">
                                      <p:cBhvr>
                                        <p:cTn id="91" dur="500" fill="hold"/>
                                        <p:tgtEl>
                                          <p:spTgt spid="19461">
                                            <p:txEl>
                                              <p:pRg st="9" end="9"/>
                                            </p:txEl>
                                          </p:spTgt>
                                        </p:tgtEl>
                                        <p:attrNameLst>
                                          <p:attrName>ppt_y</p:attrName>
                                        </p:attrNameLst>
                                      </p:cBhvr>
                                      <p:tavLst>
                                        <p:tav tm="0">
                                          <p:val>
                                            <p:strVal val="#ppt_y"/>
                                          </p:val>
                                        </p:tav>
                                        <p:tav tm="100000">
                                          <p:val>
                                            <p:strVal val="#ppt_y"/>
                                          </p:val>
                                        </p:tav>
                                      </p:tavLst>
                                    </p:anim>
                                    <p:animEffect transition="in" filter="fade">
                                      <p:cBhvr>
                                        <p:cTn id="92" dur="500"/>
                                        <p:tgtEl>
                                          <p:spTgt spid="19461">
                                            <p:txEl>
                                              <p:pRg st="9" end="9"/>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54" presetClass="entr" presetSubtype="0" accel="100000" fill="hold" grpId="0" nodeType="clickEffect">
                                  <p:stCondLst>
                                    <p:cond delay="0"/>
                                  </p:stCondLst>
                                  <p:childTnLst>
                                    <p:set>
                                      <p:cBhvr>
                                        <p:cTn id="96" dur="1" fill="hold">
                                          <p:stCondLst>
                                            <p:cond delay="0"/>
                                          </p:stCondLst>
                                        </p:cTn>
                                        <p:tgtEl>
                                          <p:spTgt spid="19461">
                                            <p:txEl>
                                              <p:pRg st="10" end="10"/>
                                            </p:txEl>
                                          </p:spTgt>
                                        </p:tgtEl>
                                        <p:attrNameLst>
                                          <p:attrName>style.visibility</p:attrName>
                                        </p:attrNameLst>
                                      </p:cBhvr>
                                      <p:to>
                                        <p:strVal val="visible"/>
                                      </p:to>
                                    </p:set>
                                    <p:anim calcmode="lin" valueType="num">
                                      <p:cBhvr>
                                        <p:cTn id="97" dur="500" fill="hold"/>
                                        <p:tgtEl>
                                          <p:spTgt spid="19461">
                                            <p:txEl>
                                              <p:pRg st="10" end="10"/>
                                            </p:txEl>
                                          </p:spTgt>
                                        </p:tgtEl>
                                        <p:attrNameLst>
                                          <p:attrName>ppt_w</p:attrName>
                                        </p:attrNameLst>
                                      </p:cBhvr>
                                      <p:tavLst>
                                        <p:tav tm="0">
                                          <p:val>
                                            <p:strVal val="#ppt_w*0.05"/>
                                          </p:val>
                                        </p:tav>
                                        <p:tav tm="100000">
                                          <p:val>
                                            <p:strVal val="#ppt_w"/>
                                          </p:val>
                                        </p:tav>
                                      </p:tavLst>
                                    </p:anim>
                                    <p:anim calcmode="lin" valueType="num">
                                      <p:cBhvr>
                                        <p:cTn id="98" dur="500" fill="hold"/>
                                        <p:tgtEl>
                                          <p:spTgt spid="19461">
                                            <p:txEl>
                                              <p:pRg st="10" end="10"/>
                                            </p:txEl>
                                          </p:spTgt>
                                        </p:tgtEl>
                                        <p:attrNameLst>
                                          <p:attrName>ppt_h</p:attrName>
                                        </p:attrNameLst>
                                      </p:cBhvr>
                                      <p:tavLst>
                                        <p:tav tm="0">
                                          <p:val>
                                            <p:strVal val="#ppt_h"/>
                                          </p:val>
                                        </p:tav>
                                        <p:tav tm="100000">
                                          <p:val>
                                            <p:strVal val="#ppt_h"/>
                                          </p:val>
                                        </p:tav>
                                      </p:tavLst>
                                    </p:anim>
                                    <p:anim calcmode="lin" valueType="num">
                                      <p:cBhvr>
                                        <p:cTn id="99" dur="500" fill="hold"/>
                                        <p:tgtEl>
                                          <p:spTgt spid="19461">
                                            <p:txEl>
                                              <p:pRg st="10" end="10"/>
                                            </p:txEl>
                                          </p:spTgt>
                                        </p:tgtEl>
                                        <p:attrNameLst>
                                          <p:attrName>ppt_x</p:attrName>
                                        </p:attrNameLst>
                                      </p:cBhvr>
                                      <p:tavLst>
                                        <p:tav tm="0">
                                          <p:val>
                                            <p:strVal val="#ppt_x-.2"/>
                                          </p:val>
                                        </p:tav>
                                        <p:tav tm="100000">
                                          <p:val>
                                            <p:strVal val="#ppt_x"/>
                                          </p:val>
                                        </p:tav>
                                      </p:tavLst>
                                    </p:anim>
                                    <p:anim calcmode="lin" valueType="num">
                                      <p:cBhvr>
                                        <p:cTn id="100" dur="500" fill="hold"/>
                                        <p:tgtEl>
                                          <p:spTgt spid="19461">
                                            <p:txEl>
                                              <p:pRg st="10" end="10"/>
                                            </p:txEl>
                                          </p:spTgt>
                                        </p:tgtEl>
                                        <p:attrNameLst>
                                          <p:attrName>ppt_y</p:attrName>
                                        </p:attrNameLst>
                                      </p:cBhvr>
                                      <p:tavLst>
                                        <p:tav tm="0">
                                          <p:val>
                                            <p:strVal val="#ppt_y"/>
                                          </p:val>
                                        </p:tav>
                                        <p:tav tm="100000">
                                          <p:val>
                                            <p:strVal val="#ppt_y"/>
                                          </p:val>
                                        </p:tav>
                                      </p:tavLst>
                                    </p:anim>
                                    <p:animEffect transition="in" filter="fade">
                                      <p:cBhvr>
                                        <p:cTn id="101" dur="500"/>
                                        <p:tgtEl>
                                          <p:spTgt spid="19461">
                                            <p:txEl>
                                              <p:pRg st="10" end="10"/>
                                            </p:txEl>
                                          </p:spTgt>
                                        </p:tgtEl>
                                      </p:cBhvr>
                                    </p:animEffect>
                                  </p:childTnLst>
                                </p:cTn>
                              </p:par>
                              <p:par>
                                <p:cTn id="102" presetID="22" presetClass="exit" presetSubtype="8" fill="hold" grpId="1" nodeType="withEffect">
                                  <p:stCondLst>
                                    <p:cond delay="0"/>
                                  </p:stCondLst>
                                  <p:childTnLst>
                                    <p:animEffect transition="out" filter="wipe(left)">
                                      <p:cBhvr>
                                        <p:cTn id="103" dur="500"/>
                                        <p:tgtEl>
                                          <p:spTgt spid="19461">
                                            <p:txEl>
                                              <p:pRg st="0" end="0"/>
                                            </p:txEl>
                                          </p:spTgt>
                                        </p:tgtEl>
                                      </p:cBhvr>
                                    </p:animEffect>
                                    <p:set>
                                      <p:cBhvr>
                                        <p:cTn id="104" dur="1" fill="hold">
                                          <p:stCondLst>
                                            <p:cond delay="499"/>
                                          </p:stCondLst>
                                        </p:cTn>
                                        <p:tgtEl>
                                          <p:spTgt spid="19461">
                                            <p:txEl>
                                              <p:pRg st="0" end="0"/>
                                            </p:txEl>
                                          </p:spTgt>
                                        </p:tgtEl>
                                        <p:attrNameLst>
                                          <p:attrName>style.visibility</p:attrName>
                                        </p:attrNameLst>
                                      </p:cBhvr>
                                      <p:to>
                                        <p:strVal val="hidden"/>
                                      </p:to>
                                    </p:set>
                                  </p:childTnLst>
                                </p:cTn>
                              </p:par>
                              <p:par>
                                <p:cTn id="105" presetID="22" presetClass="exit" presetSubtype="8" fill="hold" grpId="1" nodeType="withEffect">
                                  <p:stCondLst>
                                    <p:cond delay="0"/>
                                  </p:stCondLst>
                                  <p:childTnLst>
                                    <p:animEffect transition="out" filter="wipe(left)">
                                      <p:cBhvr>
                                        <p:cTn id="106" dur="500"/>
                                        <p:tgtEl>
                                          <p:spTgt spid="19461">
                                            <p:txEl>
                                              <p:pRg st="1" end="1"/>
                                            </p:txEl>
                                          </p:spTgt>
                                        </p:tgtEl>
                                      </p:cBhvr>
                                    </p:animEffect>
                                    <p:set>
                                      <p:cBhvr>
                                        <p:cTn id="107" dur="1" fill="hold">
                                          <p:stCondLst>
                                            <p:cond delay="499"/>
                                          </p:stCondLst>
                                        </p:cTn>
                                        <p:tgtEl>
                                          <p:spTgt spid="19461">
                                            <p:txEl>
                                              <p:pRg st="1" end="1"/>
                                            </p:txEl>
                                          </p:spTgt>
                                        </p:tgtEl>
                                        <p:attrNameLst>
                                          <p:attrName>style.visibility</p:attrName>
                                        </p:attrNameLst>
                                      </p:cBhvr>
                                      <p:to>
                                        <p:strVal val="hidden"/>
                                      </p:to>
                                    </p:set>
                                  </p:childTnLst>
                                </p:cTn>
                              </p:par>
                              <p:par>
                                <p:cTn id="108" presetID="22" presetClass="exit" presetSubtype="8" fill="hold" grpId="1" nodeType="withEffect">
                                  <p:stCondLst>
                                    <p:cond delay="0"/>
                                  </p:stCondLst>
                                  <p:childTnLst>
                                    <p:animEffect transition="out" filter="wipe(left)">
                                      <p:cBhvr>
                                        <p:cTn id="109" dur="500"/>
                                        <p:tgtEl>
                                          <p:spTgt spid="19461">
                                            <p:txEl>
                                              <p:pRg st="2" end="2"/>
                                            </p:txEl>
                                          </p:spTgt>
                                        </p:tgtEl>
                                      </p:cBhvr>
                                    </p:animEffect>
                                    <p:set>
                                      <p:cBhvr>
                                        <p:cTn id="110" dur="1" fill="hold">
                                          <p:stCondLst>
                                            <p:cond delay="499"/>
                                          </p:stCondLst>
                                        </p:cTn>
                                        <p:tgtEl>
                                          <p:spTgt spid="19461">
                                            <p:txEl>
                                              <p:pRg st="2" end="2"/>
                                            </p:txEl>
                                          </p:spTgt>
                                        </p:tgtEl>
                                        <p:attrNameLst>
                                          <p:attrName>style.visibility</p:attrName>
                                        </p:attrNameLst>
                                      </p:cBhvr>
                                      <p:to>
                                        <p:strVal val="hidden"/>
                                      </p:to>
                                    </p:set>
                                  </p:childTnLst>
                                </p:cTn>
                              </p:par>
                              <p:par>
                                <p:cTn id="111" presetID="22" presetClass="exit" presetSubtype="8" fill="hold" grpId="1" nodeType="withEffect">
                                  <p:stCondLst>
                                    <p:cond delay="0"/>
                                  </p:stCondLst>
                                  <p:childTnLst>
                                    <p:animEffect transition="out" filter="wipe(left)">
                                      <p:cBhvr>
                                        <p:cTn id="112" dur="500"/>
                                        <p:tgtEl>
                                          <p:spTgt spid="19461">
                                            <p:txEl>
                                              <p:pRg st="3" end="3"/>
                                            </p:txEl>
                                          </p:spTgt>
                                        </p:tgtEl>
                                      </p:cBhvr>
                                    </p:animEffect>
                                    <p:set>
                                      <p:cBhvr>
                                        <p:cTn id="113" dur="1" fill="hold">
                                          <p:stCondLst>
                                            <p:cond delay="499"/>
                                          </p:stCondLst>
                                        </p:cTn>
                                        <p:tgtEl>
                                          <p:spTgt spid="19461">
                                            <p:txEl>
                                              <p:pRg st="3" end="3"/>
                                            </p:txEl>
                                          </p:spTgt>
                                        </p:tgtEl>
                                        <p:attrNameLst>
                                          <p:attrName>style.visibility</p:attrName>
                                        </p:attrNameLst>
                                      </p:cBhvr>
                                      <p:to>
                                        <p:strVal val="hidden"/>
                                      </p:to>
                                    </p:set>
                                  </p:childTnLst>
                                </p:cTn>
                              </p:par>
                              <p:par>
                                <p:cTn id="114" presetID="22" presetClass="exit" presetSubtype="8" fill="hold" grpId="1" nodeType="withEffect">
                                  <p:stCondLst>
                                    <p:cond delay="0"/>
                                  </p:stCondLst>
                                  <p:childTnLst>
                                    <p:animEffect transition="out" filter="wipe(left)">
                                      <p:cBhvr>
                                        <p:cTn id="115" dur="500"/>
                                        <p:tgtEl>
                                          <p:spTgt spid="19461">
                                            <p:txEl>
                                              <p:pRg st="4" end="4"/>
                                            </p:txEl>
                                          </p:spTgt>
                                        </p:tgtEl>
                                      </p:cBhvr>
                                    </p:animEffect>
                                    <p:set>
                                      <p:cBhvr>
                                        <p:cTn id="116" dur="1" fill="hold">
                                          <p:stCondLst>
                                            <p:cond delay="499"/>
                                          </p:stCondLst>
                                        </p:cTn>
                                        <p:tgtEl>
                                          <p:spTgt spid="19461">
                                            <p:txEl>
                                              <p:pRg st="4" end="4"/>
                                            </p:txEl>
                                          </p:spTgt>
                                        </p:tgtEl>
                                        <p:attrNameLst>
                                          <p:attrName>style.visibility</p:attrName>
                                        </p:attrNameLst>
                                      </p:cBhvr>
                                      <p:to>
                                        <p:strVal val="hidden"/>
                                      </p:to>
                                    </p:set>
                                  </p:childTnLst>
                                </p:cTn>
                              </p:par>
                              <p:par>
                                <p:cTn id="117" presetID="22" presetClass="exit" presetSubtype="8" fill="hold" grpId="1" nodeType="withEffect">
                                  <p:stCondLst>
                                    <p:cond delay="0"/>
                                  </p:stCondLst>
                                  <p:childTnLst>
                                    <p:animEffect transition="out" filter="wipe(left)">
                                      <p:cBhvr>
                                        <p:cTn id="118" dur="500"/>
                                        <p:tgtEl>
                                          <p:spTgt spid="19461">
                                            <p:txEl>
                                              <p:pRg st="5" end="5"/>
                                            </p:txEl>
                                          </p:spTgt>
                                        </p:tgtEl>
                                      </p:cBhvr>
                                    </p:animEffect>
                                    <p:set>
                                      <p:cBhvr>
                                        <p:cTn id="119" dur="1" fill="hold">
                                          <p:stCondLst>
                                            <p:cond delay="499"/>
                                          </p:stCondLst>
                                        </p:cTn>
                                        <p:tgtEl>
                                          <p:spTgt spid="19461">
                                            <p:txEl>
                                              <p:pRg st="5" end="5"/>
                                            </p:txEl>
                                          </p:spTgt>
                                        </p:tgtEl>
                                        <p:attrNameLst>
                                          <p:attrName>style.visibility</p:attrName>
                                        </p:attrNameLst>
                                      </p:cBhvr>
                                      <p:to>
                                        <p:strVal val="hidden"/>
                                      </p:to>
                                    </p:set>
                                  </p:childTnLst>
                                </p:cTn>
                              </p:par>
                              <p:par>
                                <p:cTn id="120" presetID="22" presetClass="exit" presetSubtype="8" fill="hold" grpId="1" nodeType="withEffect">
                                  <p:stCondLst>
                                    <p:cond delay="0"/>
                                  </p:stCondLst>
                                  <p:childTnLst>
                                    <p:animEffect transition="out" filter="wipe(left)">
                                      <p:cBhvr>
                                        <p:cTn id="121" dur="500"/>
                                        <p:tgtEl>
                                          <p:spTgt spid="19461">
                                            <p:txEl>
                                              <p:pRg st="6" end="6"/>
                                            </p:txEl>
                                          </p:spTgt>
                                        </p:tgtEl>
                                      </p:cBhvr>
                                    </p:animEffect>
                                    <p:set>
                                      <p:cBhvr>
                                        <p:cTn id="122" dur="1" fill="hold">
                                          <p:stCondLst>
                                            <p:cond delay="499"/>
                                          </p:stCondLst>
                                        </p:cTn>
                                        <p:tgtEl>
                                          <p:spTgt spid="19461">
                                            <p:txEl>
                                              <p:pRg st="6" end="6"/>
                                            </p:txEl>
                                          </p:spTgt>
                                        </p:tgtEl>
                                        <p:attrNameLst>
                                          <p:attrName>style.visibility</p:attrName>
                                        </p:attrNameLst>
                                      </p:cBhvr>
                                      <p:to>
                                        <p:strVal val="hidden"/>
                                      </p:to>
                                    </p:set>
                                  </p:childTnLst>
                                </p:cTn>
                              </p:par>
                              <p:par>
                                <p:cTn id="123" presetID="22" presetClass="exit" presetSubtype="8" fill="hold" grpId="1" nodeType="withEffect">
                                  <p:stCondLst>
                                    <p:cond delay="0"/>
                                  </p:stCondLst>
                                  <p:childTnLst>
                                    <p:animEffect transition="out" filter="wipe(left)">
                                      <p:cBhvr>
                                        <p:cTn id="124" dur="500"/>
                                        <p:tgtEl>
                                          <p:spTgt spid="19461">
                                            <p:txEl>
                                              <p:pRg st="7" end="7"/>
                                            </p:txEl>
                                          </p:spTgt>
                                        </p:tgtEl>
                                      </p:cBhvr>
                                    </p:animEffect>
                                    <p:set>
                                      <p:cBhvr>
                                        <p:cTn id="125" dur="1" fill="hold">
                                          <p:stCondLst>
                                            <p:cond delay="499"/>
                                          </p:stCondLst>
                                        </p:cTn>
                                        <p:tgtEl>
                                          <p:spTgt spid="19461">
                                            <p:txEl>
                                              <p:pRg st="7" end="7"/>
                                            </p:txEl>
                                          </p:spTgt>
                                        </p:tgtEl>
                                        <p:attrNameLst>
                                          <p:attrName>style.visibility</p:attrName>
                                        </p:attrNameLst>
                                      </p:cBhvr>
                                      <p:to>
                                        <p:strVal val="hidden"/>
                                      </p:to>
                                    </p:set>
                                  </p:childTnLst>
                                </p:cTn>
                              </p:par>
                              <p:par>
                                <p:cTn id="126" presetID="22" presetClass="exit" presetSubtype="8" fill="hold" grpId="1" nodeType="withEffect">
                                  <p:stCondLst>
                                    <p:cond delay="0"/>
                                  </p:stCondLst>
                                  <p:childTnLst>
                                    <p:animEffect transition="out" filter="wipe(left)">
                                      <p:cBhvr>
                                        <p:cTn id="127" dur="500"/>
                                        <p:tgtEl>
                                          <p:spTgt spid="19461">
                                            <p:txEl>
                                              <p:pRg st="8" end="8"/>
                                            </p:txEl>
                                          </p:spTgt>
                                        </p:tgtEl>
                                      </p:cBhvr>
                                    </p:animEffect>
                                    <p:set>
                                      <p:cBhvr>
                                        <p:cTn id="128" dur="1" fill="hold">
                                          <p:stCondLst>
                                            <p:cond delay="499"/>
                                          </p:stCondLst>
                                        </p:cTn>
                                        <p:tgtEl>
                                          <p:spTgt spid="19461">
                                            <p:txEl>
                                              <p:pRg st="8" end="8"/>
                                            </p:txEl>
                                          </p:spTgt>
                                        </p:tgtEl>
                                        <p:attrNameLst>
                                          <p:attrName>style.visibility</p:attrName>
                                        </p:attrNameLst>
                                      </p:cBhvr>
                                      <p:to>
                                        <p:strVal val="hidden"/>
                                      </p:to>
                                    </p:set>
                                  </p:childTnLst>
                                </p:cTn>
                              </p:par>
                              <p:par>
                                <p:cTn id="129" presetID="22" presetClass="exit" presetSubtype="8" fill="hold" grpId="1" nodeType="withEffect">
                                  <p:stCondLst>
                                    <p:cond delay="0"/>
                                  </p:stCondLst>
                                  <p:childTnLst>
                                    <p:animEffect transition="out" filter="wipe(left)">
                                      <p:cBhvr>
                                        <p:cTn id="130" dur="500"/>
                                        <p:tgtEl>
                                          <p:spTgt spid="19461">
                                            <p:txEl>
                                              <p:pRg st="9" end="9"/>
                                            </p:txEl>
                                          </p:spTgt>
                                        </p:tgtEl>
                                      </p:cBhvr>
                                    </p:animEffect>
                                    <p:set>
                                      <p:cBhvr>
                                        <p:cTn id="131" dur="1" fill="hold">
                                          <p:stCondLst>
                                            <p:cond delay="499"/>
                                          </p:stCondLst>
                                        </p:cTn>
                                        <p:tgtEl>
                                          <p:spTgt spid="19461">
                                            <p:txEl>
                                              <p:pRg st="9" end="9"/>
                                            </p:txEl>
                                          </p:spTgt>
                                        </p:tgtEl>
                                        <p:attrNameLst>
                                          <p:attrName>style.visibility</p:attrName>
                                        </p:attrNameLst>
                                      </p:cBhvr>
                                      <p:to>
                                        <p:strVal val="hidden"/>
                                      </p:to>
                                    </p:set>
                                  </p:childTnLst>
                                </p:cTn>
                              </p:par>
                              <p:par>
                                <p:cTn id="132" presetID="22" presetClass="exit" presetSubtype="8" fill="hold" grpId="1" nodeType="withEffect">
                                  <p:stCondLst>
                                    <p:cond delay="0"/>
                                  </p:stCondLst>
                                  <p:childTnLst>
                                    <p:animEffect transition="out" filter="wipe(left)">
                                      <p:cBhvr>
                                        <p:cTn id="133" dur="500"/>
                                        <p:tgtEl>
                                          <p:spTgt spid="19461">
                                            <p:txEl>
                                              <p:pRg st="10" end="10"/>
                                            </p:txEl>
                                          </p:spTgt>
                                        </p:tgtEl>
                                      </p:cBhvr>
                                    </p:animEffect>
                                    <p:set>
                                      <p:cBhvr>
                                        <p:cTn id="134" dur="1" fill="hold">
                                          <p:stCondLst>
                                            <p:cond delay="499"/>
                                          </p:stCondLst>
                                        </p:cTn>
                                        <p:tgtEl>
                                          <p:spTgt spid="19461">
                                            <p:txEl>
                                              <p:pRg st="10" end="1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build="p"/>
      <p:bldP spid="19461" grpId="1" build="allAtOnce"/>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idx="4294967295"/>
          </p:nvPr>
        </p:nvSpPr>
        <p:spPr/>
        <p:txBody>
          <a:bodyPr wrap="square" numCol="1" anchorCtr="0" compatLnSpc="1">
            <a:prstTxWarp prst="textNoShape">
              <a:avLst/>
            </a:prstTxWarp>
          </a:bodyPr>
          <a:lstStyle/>
          <a:p>
            <a:pPr eaLnBrk="1" hangingPunct="1"/>
            <a:r>
              <a:rPr lang="zh-TW" altLang="en-US" cap="none" dirty="0"/>
              <a:t>財務呈現技巧</a:t>
            </a:r>
          </a:p>
        </p:txBody>
      </p:sp>
      <p:graphicFrame>
        <p:nvGraphicFramePr>
          <p:cNvPr id="1026" name="Object 2"/>
          <p:cNvGraphicFramePr>
            <a:graphicFrameLocks noGrp="1" noChangeAspect="1"/>
          </p:cNvGraphicFramePr>
          <p:nvPr>
            <p:ph idx="4294967295"/>
            <p:extLst>
              <p:ext uri="{D42A27DB-BD31-4B8C-83A1-F6EECF244321}">
                <p14:modId xmlns:p14="http://schemas.microsoft.com/office/powerpoint/2010/main" val="560165149"/>
              </p:ext>
            </p:extLst>
          </p:nvPr>
        </p:nvGraphicFramePr>
        <p:xfrm>
          <a:off x="0" y="1417638"/>
          <a:ext cx="9396413" cy="5556250"/>
        </p:xfrm>
        <a:graphic>
          <a:graphicData uri="http://schemas.openxmlformats.org/presentationml/2006/ole">
            <mc:AlternateContent xmlns:mc="http://schemas.openxmlformats.org/markup-compatibility/2006">
              <mc:Choice xmlns:v="urn:schemas-microsoft-com:vml" Requires="v">
                <p:oleObj name="工作表" r:id="rId2" imgW="5524489" imgH="3267000" progId="Excel.Sheet.8">
                  <p:embed/>
                </p:oleObj>
              </mc:Choice>
              <mc:Fallback>
                <p:oleObj name="工作表" r:id="rId2" imgW="5524489" imgH="3267000" progId="Excel.Sheet.8">
                  <p:embed/>
                  <p:pic>
                    <p:nvPicPr>
                      <p:cNvPr id="1026" name="Object 2"/>
                      <p:cNvPicPr>
                        <a:picLocks noChangeAspect="1" noChangeArrowheads="1"/>
                      </p:cNvPicPr>
                      <p:nvPr/>
                    </p:nvPicPr>
                    <p:blipFill>
                      <a:blip r:embed="rId3"/>
                      <a:srcRect/>
                      <a:stretch>
                        <a:fillRect/>
                      </a:stretch>
                    </p:blipFill>
                    <p:spPr bwMode="auto">
                      <a:xfrm>
                        <a:off x="0" y="1417638"/>
                        <a:ext cx="9396413" cy="555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idx="4294967295"/>
          </p:nvPr>
        </p:nvSpPr>
        <p:spPr/>
        <p:txBody>
          <a:bodyPr wrap="square" numCol="1" anchorCtr="0" compatLnSpc="1">
            <a:prstTxWarp prst="textNoShape">
              <a:avLst/>
            </a:prstTxWarp>
          </a:bodyPr>
          <a:lstStyle/>
          <a:p>
            <a:pPr eaLnBrk="1" hangingPunct="1"/>
            <a:r>
              <a:rPr lang="zh-TW" altLang="en-US" sz="4400" b="1" cap="none" dirty="0"/>
              <a:t>專案管理圖表</a:t>
            </a:r>
          </a:p>
        </p:txBody>
      </p:sp>
      <p:graphicFrame>
        <p:nvGraphicFramePr>
          <p:cNvPr id="27715" name="Group 67"/>
          <p:cNvGraphicFramePr>
            <a:graphicFrameLocks noGrp="1"/>
          </p:cNvGraphicFramePr>
          <p:nvPr>
            <p:ph idx="4294967295"/>
          </p:nvPr>
        </p:nvGraphicFramePr>
        <p:xfrm>
          <a:off x="251519" y="1100138"/>
          <a:ext cx="8496945" cy="5589360"/>
        </p:xfrm>
        <a:graphic>
          <a:graphicData uri="http://schemas.openxmlformats.org/drawingml/2006/table">
            <a:tbl>
              <a:tblPr/>
              <a:tblGrid>
                <a:gridCol w="786263">
                  <a:extLst>
                    <a:ext uri="{9D8B030D-6E8A-4147-A177-3AD203B41FA5}">
                      <a16:colId xmlns:a16="http://schemas.microsoft.com/office/drawing/2014/main" val="20000"/>
                    </a:ext>
                  </a:extLst>
                </a:gridCol>
                <a:gridCol w="3118497">
                  <a:extLst>
                    <a:ext uri="{9D8B030D-6E8A-4147-A177-3AD203B41FA5}">
                      <a16:colId xmlns:a16="http://schemas.microsoft.com/office/drawing/2014/main" val="20001"/>
                    </a:ext>
                  </a:extLst>
                </a:gridCol>
                <a:gridCol w="2686273">
                  <a:extLst>
                    <a:ext uri="{9D8B030D-6E8A-4147-A177-3AD203B41FA5}">
                      <a16:colId xmlns:a16="http://schemas.microsoft.com/office/drawing/2014/main" val="20002"/>
                    </a:ext>
                  </a:extLst>
                </a:gridCol>
                <a:gridCol w="1905912">
                  <a:extLst>
                    <a:ext uri="{9D8B030D-6E8A-4147-A177-3AD203B41FA5}">
                      <a16:colId xmlns:a16="http://schemas.microsoft.com/office/drawing/2014/main" val="20003"/>
                    </a:ext>
                  </a:extLst>
                </a:gridCol>
              </a:tblGrid>
              <a:tr h="478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TW" altLang="en-US" sz="1800" b="1" i="0" u="none" strike="noStrike" cap="none" normalizeH="0" baseline="0" dirty="0">
                          <a:ln>
                            <a:noFill/>
                          </a:ln>
                          <a:solidFill>
                            <a:srgbClr val="FFFFFF"/>
                          </a:solidFill>
                          <a:effectLst/>
                          <a:latin typeface="Franklin Gothic Book" pitchFamily="34" charset="0"/>
                          <a:ea typeface="微軟正黑體" pitchFamily="34" charset="-120"/>
                        </a:rPr>
                        <a:t>編號</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1" i="0" u="none" strike="noStrike" cap="none" normalizeH="0" baseline="0" dirty="0">
                          <a:ln>
                            <a:noFill/>
                          </a:ln>
                          <a:solidFill>
                            <a:srgbClr val="FFFFFF"/>
                          </a:solidFill>
                          <a:effectLst/>
                          <a:latin typeface="Franklin Gothic Book" pitchFamily="34" charset="0"/>
                          <a:ea typeface="微軟正黑體" pitchFamily="34" charset="-120"/>
                        </a:rPr>
                        <a:t>計畫名稱</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1" i="0" u="none" strike="noStrike" cap="none" normalizeH="0" baseline="0" dirty="0">
                          <a:ln>
                            <a:noFill/>
                          </a:ln>
                          <a:solidFill>
                            <a:srgbClr val="FFFFFF"/>
                          </a:solidFill>
                          <a:effectLst/>
                          <a:latin typeface="Franklin Gothic Book" pitchFamily="34" charset="0"/>
                          <a:ea typeface="微軟正黑體" pitchFamily="34" charset="-120"/>
                        </a:rPr>
                        <a:t>補助單位</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1" i="0" u="none" strike="noStrike" cap="none" normalizeH="0" baseline="0" dirty="0">
                          <a:ln>
                            <a:noFill/>
                          </a:ln>
                          <a:solidFill>
                            <a:srgbClr val="FFFFFF"/>
                          </a:solidFill>
                          <a:effectLst/>
                          <a:latin typeface="Franklin Gothic Book" pitchFamily="34" charset="0"/>
                          <a:ea typeface="微軟正黑體" pitchFamily="34" charset="-120"/>
                        </a:rPr>
                        <a:t>金額</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78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01</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亮麗過新年彎腰掃社區</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水保局花蓮分局</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30,000</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extLst>
                  <a:ext uri="{0D108BD9-81ED-4DB2-BD59-A6C34878D82A}">
                    <a16:rowId xmlns:a16="http://schemas.microsoft.com/office/drawing/2014/main" val="10001"/>
                  </a:ext>
                </a:extLst>
              </a:tr>
              <a:tr h="478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02</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紮根種希望</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水保局花蓮分局</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30,000</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extLst>
                  <a:ext uri="{0D108BD9-81ED-4DB2-BD59-A6C34878D82A}">
                    <a16:rowId xmlns:a16="http://schemas.microsoft.com/office/drawing/2014/main" val="10002"/>
                  </a:ext>
                </a:extLst>
              </a:tr>
              <a:tr h="478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03</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社</a:t>
                      </a:r>
                      <a:r>
                        <a:rPr kumimoji="0" lang="zh-TW" altLang="zh-TW" sz="1800" b="0" i="0" u="none" strike="noStrike" cap="none" normalizeH="0" baseline="0" dirty="0">
                          <a:ln>
                            <a:noFill/>
                          </a:ln>
                          <a:solidFill>
                            <a:srgbClr val="000000"/>
                          </a:solidFill>
                          <a:effectLst/>
                          <a:latin typeface="Franklin Gothic Book" pitchFamily="34" charset="0"/>
                          <a:ea typeface="微軟正黑體" pitchFamily="34" charset="-120"/>
                        </a:rPr>
                        <a:t>區植樹綠美化</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林務局花蓮林管處</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80,000</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extLst>
                  <a:ext uri="{0D108BD9-81ED-4DB2-BD59-A6C34878D82A}">
                    <a16:rowId xmlns:a16="http://schemas.microsoft.com/office/drawing/2014/main" val="10003"/>
                  </a:ext>
                </a:extLst>
              </a:tr>
              <a:tr h="5940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04</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微笑食堂</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信義房屋社區一家基金會</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300,000</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extLst>
                  <a:ext uri="{0D108BD9-81ED-4DB2-BD59-A6C34878D82A}">
                    <a16:rowId xmlns:a16="http://schemas.microsoft.com/office/drawing/2014/main" val="10004"/>
                  </a:ext>
                </a:extLst>
              </a:tr>
              <a:tr h="478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05</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深耕社區計畫</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花蓮縣政府</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616,313</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extLst>
                  <a:ext uri="{0D108BD9-81ED-4DB2-BD59-A6C34878D82A}">
                    <a16:rowId xmlns:a16="http://schemas.microsoft.com/office/drawing/2014/main" val="10005"/>
                  </a:ext>
                </a:extLst>
              </a:tr>
              <a:tr h="478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06</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遊學台灣</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青年輔導委員會</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50,000</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extLst>
                  <a:ext uri="{0D108BD9-81ED-4DB2-BD59-A6C34878D82A}">
                    <a16:rowId xmlns:a16="http://schemas.microsoft.com/office/drawing/2014/main" val="10006"/>
                  </a:ext>
                </a:extLst>
              </a:tr>
              <a:tr h="478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07</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北林幸福滿菸樓</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青年輔導委員會</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90,000</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extLst>
                  <a:ext uri="{0D108BD9-81ED-4DB2-BD59-A6C34878D82A}">
                    <a16:rowId xmlns:a16="http://schemas.microsoft.com/office/drawing/2014/main" val="10007"/>
                  </a:ext>
                </a:extLst>
              </a:tr>
              <a:tr h="478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08</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記得北林</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花蓮縣文化局</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160,000</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extLst>
                  <a:ext uri="{0D108BD9-81ED-4DB2-BD59-A6C34878D82A}">
                    <a16:rowId xmlns:a16="http://schemas.microsoft.com/office/drawing/2014/main" val="10008"/>
                  </a:ext>
                </a:extLst>
              </a:tr>
              <a:tr h="478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09</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青年壯遊點</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青年輔導委員會</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150,000</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7D7D8"/>
                    </a:solidFill>
                  </a:tcPr>
                </a:tc>
                <a:extLst>
                  <a:ext uri="{0D108BD9-81ED-4DB2-BD59-A6C34878D82A}">
                    <a16:rowId xmlns:a16="http://schemas.microsoft.com/office/drawing/2014/main" val="10009"/>
                  </a:ext>
                </a:extLst>
              </a:tr>
              <a:tr h="5940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10</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農村再生關懷班、進階班、核心班</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rPr>
                        <a:t>水保局花蓮分局</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Franklin Gothic Book" pitchFamily="34" charset="0"/>
                          <a:ea typeface="微軟正黑體" pitchFamily="34" charset="-120"/>
                        </a:rPr>
                        <a:t>134,000</a:t>
                      </a:r>
                      <a:endParaRPr kumimoji="0" lang="zh-TW" altLang="en-US" sz="1800" b="0" i="0" u="none" strike="noStrike" cap="none" normalizeH="0" baseline="0" dirty="0">
                        <a:ln>
                          <a:noFill/>
                        </a:ln>
                        <a:solidFill>
                          <a:srgbClr val="000000"/>
                        </a:solidFill>
                        <a:effectLst/>
                        <a:latin typeface="Franklin Gothic Book"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ECEC"/>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D7BA9960-632E-667A-15CC-055BD569C575}"/>
              </a:ext>
            </a:extLst>
          </p:cNvPr>
          <p:cNvSpPr>
            <a:spLocks noGrp="1"/>
          </p:cNvSpPr>
          <p:nvPr>
            <p:ph type="title"/>
          </p:nvPr>
        </p:nvSpPr>
        <p:spPr>
          <a:xfrm>
            <a:off x="395536" y="3068960"/>
            <a:ext cx="8229600" cy="1143000"/>
          </a:xfrm>
        </p:spPr>
        <p:txBody>
          <a:bodyPr>
            <a:normAutofit/>
          </a:bodyPr>
          <a:lstStyle/>
          <a:p>
            <a:r>
              <a:rPr lang="zh-TW" altLang="en-US" sz="6600" dirty="0"/>
              <a:t>協會組織的報稅</a:t>
            </a:r>
          </a:p>
        </p:txBody>
      </p:sp>
    </p:spTree>
    <p:extLst>
      <p:ext uri="{BB962C8B-B14F-4D97-AF65-F5344CB8AC3E}">
        <p14:creationId xmlns:p14="http://schemas.microsoft.com/office/powerpoint/2010/main" val="32066354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8D983C-BF94-7201-4056-15D7B84BE25E}"/>
              </a:ext>
            </a:extLst>
          </p:cNvPr>
          <p:cNvSpPr>
            <a:spLocks noGrp="1"/>
          </p:cNvSpPr>
          <p:nvPr>
            <p:ph type="title"/>
          </p:nvPr>
        </p:nvSpPr>
        <p:spPr/>
        <p:txBody>
          <a:bodyPr/>
          <a:lstStyle/>
          <a:p>
            <a:r>
              <a:rPr lang="zh-TW" altLang="en-US" dirty="0"/>
              <a:t>二代健保</a:t>
            </a:r>
          </a:p>
        </p:txBody>
      </p:sp>
      <p:sp>
        <p:nvSpPr>
          <p:cNvPr id="3" name="內容版面配置區 2">
            <a:extLst>
              <a:ext uri="{FF2B5EF4-FFF2-40B4-BE49-F238E27FC236}">
                <a16:creationId xmlns:a16="http://schemas.microsoft.com/office/drawing/2014/main" id="{7C876D85-B9D6-2539-9F0C-423BCDF800EE}"/>
              </a:ext>
            </a:extLst>
          </p:cNvPr>
          <p:cNvSpPr>
            <a:spLocks noGrp="1"/>
          </p:cNvSpPr>
          <p:nvPr>
            <p:ph idx="1"/>
          </p:nvPr>
        </p:nvSpPr>
        <p:spPr>
          <a:xfrm>
            <a:off x="457200" y="1600200"/>
            <a:ext cx="8229600" cy="4781128"/>
          </a:xfrm>
        </p:spPr>
        <p:txBody>
          <a:bodyPr>
            <a:normAutofit/>
          </a:bodyPr>
          <a:lstStyle/>
          <a:p>
            <a:r>
              <a:rPr lang="zh-TW" altLang="en-US" b="0" i="0" dirty="0">
                <a:solidFill>
                  <a:srgbClr val="212529"/>
                </a:solidFill>
                <a:effectLst/>
                <a:latin typeface="Open Sans" panose="020B0606030504020204" pitchFamily="34" charset="0"/>
              </a:rPr>
              <a:t>二代健保，</a:t>
            </a:r>
            <a:r>
              <a:rPr lang="en-US" altLang="zh-TW" b="1" i="0" dirty="0">
                <a:solidFill>
                  <a:srgbClr val="212529"/>
                </a:solidFill>
                <a:effectLst/>
                <a:latin typeface="Open Sans" panose="020B0606030504020204" pitchFamily="34" charset="0"/>
              </a:rPr>
              <a:t> </a:t>
            </a:r>
            <a:r>
              <a:rPr lang="zh-TW" altLang="en-US" b="1" i="0" dirty="0">
                <a:solidFill>
                  <a:srgbClr val="212529"/>
                </a:solidFill>
                <a:effectLst/>
                <a:latin typeface="Open Sans" panose="020B0606030504020204" pitchFamily="34" charset="0"/>
              </a:rPr>
              <a:t>補充保費費率為 </a:t>
            </a:r>
            <a:r>
              <a:rPr lang="en-US" altLang="zh-TW" b="1" i="0" dirty="0">
                <a:solidFill>
                  <a:srgbClr val="212529"/>
                </a:solidFill>
                <a:effectLst/>
                <a:latin typeface="Open Sans" panose="020B0606030504020204" pitchFamily="34" charset="0"/>
              </a:rPr>
              <a:t>2.11%</a:t>
            </a:r>
            <a:endParaRPr lang="en-US" altLang="zh-TW" dirty="0">
              <a:solidFill>
                <a:srgbClr val="212529"/>
              </a:solidFill>
              <a:latin typeface="Open Sans" panose="020B0606030504020204" pitchFamily="34" charset="0"/>
            </a:endParaRPr>
          </a:p>
          <a:p>
            <a:endParaRPr lang="en-US" altLang="zh-TW" dirty="0">
              <a:solidFill>
                <a:srgbClr val="212529"/>
              </a:solidFill>
              <a:latin typeface="Open Sans" panose="020B0606030504020204" pitchFamily="34" charset="0"/>
            </a:endParaRPr>
          </a:p>
          <a:p>
            <a:pPr algn="l"/>
            <a:r>
              <a:rPr lang="zh-TW" altLang="en-US" sz="2800" b="0" i="0" dirty="0">
                <a:solidFill>
                  <a:srgbClr val="212529"/>
                </a:solidFill>
                <a:effectLst/>
                <a:latin typeface="Open Sans" panose="020B0606030504020204" pitchFamily="34" charset="0"/>
              </a:rPr>
              <a:t>凡是每月發放薪資、獎金總額（含員工薪資獎金、負責人薪資、兼職人員薪資、車馬費、接案人員薪資、承攬、委外人員薪資等）超過員工當月投保金額總額時，超出的金額就要額外繳 </a:t>
            </a:r>
            <a:r>
              <a:rPr lang="en-US" altLang="zh-TW" sz="2800" b="0" i="0" dirty="0">
                <a:solidFill>
                  <a:srgbClr val="212529"/>
                </a:solidFill>
                <a:effectLst/>
                <a:latin typeface="Open Sans" panose="020B0606030504020204" pitchFamily="34" charset="0"/>
              </a:rPr>
              <a:t>2.11% </a:t>
            </a:r>
            <a:r>
              <a:rPr lang="zh-TW" altLang="en-US" sz="2800" b="0" i="0" dirty="0">
                <a:solidFill>
                  <a:srgbClr val="212529"/>
                </a:solidFill>
                <a:effectLst/>
                <a:latin typeface="Open Sans" panose="020B0606030504020204" pitchFamily="34" charset="0"/>
              </a:rPr>
              <a:t>補充保費，雇主也要在給付隔月月底，連同雇主負擔的勞工健保費用繳納給健保署。</a:t>
            </a:r>
          </a:p>
          <a:p>
            <a:pPr algn="l"/>
            <a:r>
              <a:rPr lang="zh-TW" altLang="en-US" sz="2800" b="1" i="0" dirty="0">
                <a:solidFill>
                  <a:srgbClr val="FF0000"/>
                </a:solidFill>
                <a:effectLst/>
                <a:latin typeface="Open Sans" panose="020B0606030504020204" pitchFamily="34" charset="0"/>
              </a:rPr>
              <a:t>＊雇主補充保險費計算公式</a:t>
            </a:r>
            <a:r>
              <a:rPr lang="en-US" altLang="zh-TW" sz="2800" b="1" i="0" dirty="0">
                <a:solidFill>
                  <a:srgbClr val="FF0000"/>
                </a:solidFill>
                <a:effectLst/>
                <a:latin typeface="Open Sans" panose="020B0606030504020204" pitchFamily="34" charset="0"/>
              </a:rPr>
              <a:t>= (</a:t>
            </a:r>
            <a:r>
              <a:rPr lang="zh-TW" altLang="en-US" sz="2800" b="1" i="0" dirty="0">
                <a:solidFill>
                  <a:srgbClr val="FF0000"/>
                </a:solidFill>
                <a:effectLst/>
                <a:latin typeface="Open Sans" panose="020B0606030504020204" pitchFamily="34" charset="0"/>
              </a:rPr>
              <a:t>每月支付薪資總額－受僱者當月投保金額總額</a:t>
            </a:r>
            <a:r>
              <a:rPr lang="en-US" altLang="zh-TW" sz="2800" b="1" i="0" dirty="0">
                <a:solidFill>
                  <a:srgbClr val="FF0000"/>
                </a:solidFill>
                <a:effectLst/>
                <a:latin typeface="Open Sans" panose="020B0606030504020204" pitchFamily="34" charset="0"/>
              </a:rPr>
              <a:t>)×</a:t>
            </a:r>
            <a:r>
              <a:rPr lang="zh-TW" altLang="en-US" sz="2800" b="1" i="0" dirty="0">
                <a:solidFill>
                  <a:srgbClr val="FF0000"/>
                </a:solidFill>
                <a:effectLst/>
                <a:latin typeface="Open Sans" panose="020B0606030504020204" pitchFamily="34" charset="0"/>
              </a:rPr>
              <a:t>費率</a:t>
            </a:r>
            <a:r>
              <a:rPr lang="en-US" altLang="zh-TW" sz="2800" b="1" i="0" dirty="0">
                <a:solidFill>
                  <a:srgbClr val="FF0000"/>
                </a:solidFill>
                <a:effectLst/>
                <a:latin typeface="Open Sans" panose="020B0606030504020204" pitchFamily="34" charset="0"/>
              </a:rPr>
              <a:t>2.11%</a:t>
            </a:r>
            <a:endParaRPr lang="zh-TW" altLang="en-US" sz="2800" b="0" i="0" dirty="0">
              <a:solidFill>
                <a:srgbClr val="212529"/>
              </a:solidFill>
              <a:effectLst/>
              <a:latin typeface="Open Sans" panose="020B0606030504020204" pitchFamily="34" charset="0"/>
            </a:endParaRPr>
          </a:p>
        </p:txBody>
      </p:sp>
    </p:spTree>
    <p:extLst>
      <p:ext uri="{BB962C8B-B14F-4D97-AF65-F5344CB8AC3E}">
        <p14:creationId xmlns:p14="http://schemas.microsoft.com/office/powerpoint/2010/main" val="23089653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D9F5EDD0-3E63-0FC2-3570-ED9A29BF0570}"/>
              </a:ext>
            </a:extLst>
          </p:cNvPr>
          <p:cNvPicPr>
            <a:picLocks noChangeAspect="1"/>
          </p:cNvPicPr>
          <p:nvPr/>
        </p:nvPicPr>
        <p:blipFill>
          <a:blip r:embed="rId2"/>
          <a:stretch>
            <a:fillRect/>
          </a:stretch>
        </p:blipFill>
        <p:spPr>
          <a:xfrm>
            <a:off x="90488" y="1636395"/>
            <a:ext cx="8963025" cy="3585211"/>
          </a:xfrm>
          <a:prstGeom prst="rect">
            <a:avLst/>
          </a:prstGeom>
          <a:noFill/>
        </p:spPr>
      </p:pic>
    </p:spTree>
    <p:extLst>
      <p:ext uri="{BB962C8B-B14F-4D97-AF65-F5344CB8AC3E}">
        <p14:creationId xmlns:p14="http://schemas.microsoft.com/office/powerpoint/2010/main" val="42101759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9A7F211E-0BC3-EE99-F48F-5B687C53E6BC}"/>
              </a:ext>
            </a:extLst>
          </p:cNvPr>
          <p:cNvPicPr>
            <a:picLocks noChangeAspect="1"/>
          </p:cNvPicPr>
          <p:nvPr/>
        </p:nvPicPr>
        <p:blipFill>
          <a:blip r:embed="rId2"/>
          <a:stretch>
            <a:fillRect/>
          </a:stretch>
        </p:blipFill>
        <p:spPr>
          <a:xfrm>
            <a:off x="90488" y="1098614"/>
            <a:ext cx="8963025" cy="4660772"/>
          </a:xfrm>
          <a:prstGeom prst="rect">
            <a:avLst/>
          </a:prstGeom>
          <a:noFill/>
        </p:spPr>
      </p:pic>
      <p:sp>
        <p:nvSpPr>
          <p:cNvPr id="7" name="文字方塊 6">
            <a:extLst>
              <a:ext uri="{FF2B5EF4-FFF2-40B4-BE49-F238E27FC236}">
                <a16:creationId xmlns:a16="http://schemas.microsoft.com/office/drawing/2014/main" id="{D224BB67-5AA9-357A-4878-AC364A96705E}"/>
              </a:ext>
            </a:extLst>
          </p:cNvPr>
          <p:cNvSpPr txBox="1"/>
          <p:nvPr/>
        </p:nvSpPr>
        <p:spPr>
          <a:xfrm>
            <a:off x="4553232" y="6093296"/>
            <a:ext cx="4572000" cy="369332"/>
          </a:xfrm>
          <a:prstGeom prst="rect">
            <a:avLst/>
          </a:prstGeom>
          <a:noFill/>
        </p:spPr>
        <p:txBody>
          <a:bodyPr wrap="square">
            <a:spAutoFit/>
          </a:bodyPr>
          <a:lstStyle/>
          <a:p>
            <a:r>
              <a:rPr lang="zh-TW" altLang="en-US" dirty="0"/>
              <a:t>https://eservice.nhi.gov.tw/2nd/</a:t>
            </a:r>
          </a:p>
        </p:txBody>
      </p:sp>
    </p:spTree>
    <p:extLst>
      <p:ext uri="{BB962C8B-B14F-4D97-AF65-F5344CB8AC3E}">
        <p14:creationId xmlns:p14="http://schemas.microsoft.com/office/powerpoint/2010/main" val="2616517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4A20587-82A8-37F6-5621-F017908DE16B}"/>
              </a:ext>
            </a:extLst>
          </p:cNvPr>
          <p:cNvSpPr>
            <a:spLocks noGrp="1"/>
          </p:cNvSpPr>
          <p:nvPr>
            <p:ph type="title"/>
          </p:nvPr>
        </p:nvSpPr>
        <p:spPr>
          <a:xfrm>
            <a:off x="457200" y="332656"/>
            <a:ext cx="8229600" cy="1033263"/>
          </a:xfrm>
        </p:spPr>
        <p:txBody>
          <a:bodyPr>
            <a:normAutofit/>
          </a:bodyPr>
          <a:lstStyle/>
          <a:p>
            <a:r>
              <a:rPr lang="en-US" altLang="zh-TW" b="1" i="0" dirty="0">
                <a:solidFill>
                  <a:srgbClr val="292929"/>
                </a:solidFill>
                <a:effectLst/>
                <a:latin typeface="Arial" panose="020B0604020202020204" pitchFamily="34" charset="0"/>
              </a:rPr>
              <a:t>1</a:t>
            </a:r>
            <a:r>
              <a:rPr lang="zh-TW" altLang="en-US" b="1" i="0" dirty="0">
                <a:solidFill>
                  <a:srgbClr val="292929"/>
                </a:solidFill>
                <a:effectLst/>
                <a:latin typeface="Arial" panose="020B0604020202020204" pitchFamily="34" charset="0"/>
              </a:rPr>
              <a:t>月準備申報各類所得</a:t>
            </a:r>
            <a:endParaRPr lang="zh-TW" altLang="en-US" dirty="0"/>
          </a:p>
        </p:txBody>
      </p:sp>
      <p:sp>
        <p:nvSpPr>
          <p:cNvPr id="3" name="內容版面配置區 2">
            <a:extLst>
              <a:ext uri="{FF2B5EF4-FFF2-40B4-BE49-F238E27FC236}">
                <a16:creationId xmlns:a16="http://schemas.microsoft.com/office/drawing/2014/main" id="{8C5B1597-39A1-750F-B82E-AFC91570C344}"/>
              </a:ext>
            </a:extLst>
          </p:cNvPr>
          <p:cNvSpPr>
            <a:spLocks noGrp="1"/>
          </p:cNvSpPr>
          <p:nvPr>
            <p:ph idx="1"/>
          </p:nvPr>
        </p:nvSpPr>
        <p:spPr/>
        <p:txBody>
          <a:bodyPr/>
          <a:lstStyle/>
          <a:p>
            <a:r>
              <a:rPr lang="zh-TW" altLang="en-US" b="0" i="0" dirty="0">
                <a:solidFill>
                  <a:srgbClr val="1F1F1F"/>
                </a:solidFill>
                <a:effectLst/>
                <a:latin typeface="Google Sans"/>
              </a:rPr>
              <a:t>扣繳義務人應於</a:t>
            </a:r>
            <a:r>
              <a:rPr lang="zh-TW" altLang="en-US" b="0" i="0" dirty="0">
                <a:solidFill>
                  <a:srgbClr val="040C28"/>
                </a:solidFill>
                <a:effectLst/>
                <a:latin typeface="Google Sans"/>
              </a:rPr>
              <a:t>每年</a:t>
            </a:r>
            <a:r>
              <a:rPr lang="en-US" altLang="zh-TW" b="0" i="0" dirty="0">
                <a:solidFill>
                  <a:srgbClr val="040C28"/>
                </a:solidFill>
                <a:effectLst/>
                <a:latin typeface="Google Sans"/>
              </a:rPr>
              <a:t>1</a:t>
            </a:r>
            <a:r>
              <a:rPr lang="zh-TW" altLang="en-US" b="0" i="0" dirty="0">
                <a:solidFill>
                  <a:srgbClr val="040C28"/>
                </a:solidFill>
                <a:effectLst/>
                <a:latin typeface="Google Sans"/>
              </a:rPr>
              <a:t>月底前，將上一年內扣繳各納稅義務人之所得及扣繳稅款數額開具扣繳憑單或不屬扣繳範圍及未達起扣點之所得資料開具免扣繳憑單，彙報該管稽徵機關</a:t>
            </a:r>
            <a:r>
              <a:rPr lang="zh-TW" altLang="en-US" b="0" i="0" dirty="0">
                <a:solidFill>
                  <a:srgbClr val="1F1F1F"/>
                </a:solidFill>
                <a:effectLst/>
                <a:latin typeface="Google Sans"/>
              </a:rPr>
              <a:t>。 每年</a:t>
            </a:r>
            <a:r>
              <a:rPr lang="en-US" altLang="zh-TW" b="0" i="0" dirty="0">
                <a:solidFill>
                  <a:srgbClr val="1F1F1F"/>
                </a:solidFill>
                <a:effectLst/>
                <a:latin typeface="Google Sans"/>
              </a:rPr>
              <a:t>1</a:t>
            </a:r>
            <a:r>
              <a:rPr lang="zh-TW" altLang="en-US" b="0" i="0" dirty="0">
                <a:solidFill>
                  <a:srgbClr val="1F1F1F"/>
                </a:solidFill>
                <a:effectLst/>
                <a:latin typeface="Google Sans"/>
              </a:rPr>
              <a:t>月遇連續</a:t>
            </a:r>
            <a:r>
              <a:rPr lang="en-US" altLang="zh-TW" b="0" i="0" dirty="0">
                <a:solidFill>
                  <a:srgbClr val="1F1F1F"/>
                </a:solidFill>
                <a:effectLst/>
                <a:latin typeface="Google Sans"/>
              </a:rPr>
              <a:t>3</a:t>
            </a:r>
            <a:r>
              <a:rPr lang="zh-TW" altLang="en-US" b="0" i="0" dirty="0">
                <a:solidFill>
                  <a:srgbClr val="1F1F1F"/>
                </a:solidFill>
                <a:effectLst/>
                <a:latin typeface="Google Sans"/>
              </a:rPr>
              <a:t>日以上國定假日者，申報期間延長至</a:t>
            </a:r>
            <a:r>
              <a:rPr lang="en-US" altLang="zh-TW" b="0" i="0" dirty="0">
                <a:solidFill>
                  <a:srgbClr val="1F1F1F"/>
                </a:solidFill>
                <a:effectLst/>
                <a:latin typeface="Google Sans"/>
              </a:rPr>
              <a:t>2</a:t>
            </a:r>
            <a:r>
              <a:rPr lang="zh-TW" altLang="en-US" b="0" i="0" dirty="0">
                <a:solidFill>
                  <a:srgbClr val="1F1F1F"/>
                </a:solidFill>
                <a:effectLst/>
                <a:latin typeface="Google Sans"/>
              </a:rPr>
              <a:t>月</a:t>
            </a:r>
            <a:r>
              <a:rPr lang="en-US" altLang="zh-TW" b="0" i="0" dirty="0">
                <a:solidFill>
                  <a:srgbClr val="1F1F1F"/>
                </a:solidFill>
                <a:effectLst/>
                <a:latin typeface="Google Sans"/>
              </a:rPr>
              <a:t>5</a:t>
            </a:r>
            <a:r>
              <a:rPr lang="zh-TW" altLang="en-US" b="0" i="0" dirty="0">
                <a:solidFill>
                  <a:srgbClr val="1F1F1F"/>
                </a:solidFill>
                <a:effectLst/>
                <a:latin typeface="Google Sans"/>
              </a:rPr>
              <a:t>日止（如遇假日，順延至下一個辦公日）。</a:t>
            </a:r>
            <a:endParaRPr lang="zh-TW" altLang="en-US" dirty="0"/>
          </a:p>
        </p:txBody>
      </p:sp>
    </p:spTree>
    <p:extLst>
      <p:ext uri="{BB962C8B-B14F-4D97-AF65-F5344CB8AC3E}">
        <p14:creationId xmlns:p14="http://schemas.microsoft.com/office/powerpoint/2010/main" val="19829795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B5A104-C51F-BBEE-C199-886037683238}"/>
              </a:ext>
            </a:extLst>
          </p:cNvPr>
          <p:cNvSpPr>
            <a:spLocks noGrp="1"/>
          </p:cNvSpPr>
          <p:nvPr>
            <p:ph type="title"/>
          </p:nvPr>
        </p:nvSpPr>
        <p:spPr>
          <a:xfrm>
            <a:off x="457200" y="2857500"/>
            <a:ext cx="8229600" cy="1143000"/>
          </a:xfrm>
        </p:spPr>
        <p:txBody>
          <a:bodyPr>
            <a:noAutofit/>
          </a:bodyPr>
          <a:lstStyle/>
          <a:p>
            <a:r>
              <a:rPr lang="en-US" altLang="zh-TW" sz="6000" dirty="0"/>
              <a:t>5</a:t>
            </a:r>
            <a:r>
              <a:rPr lang="zh-TW" altLang="en-US" sz="6000" dirty="0"/>
              <a:t>月份報稅月</a:t>
            </a:r>
            <a:br>
              <a:rPr lang="en-US" altLang="zh-TW" sz="6000" dirty="0"/>
            </a:br>
            <a:r>
              <a:rPr lang="zh-TW" altLang="en-US" sz="6000" dirty="0"/>
              <a:t>協會也要報稅喔</a:t>
            </a:r>
            <a:r>
              <a:rPr lang="en-US" altLang="zh-TW" sz="6000" dirty="0"/>
              <a:t>~</a:t>
            </a:r>
            <a:endParaRPr lang="zh-TW" altLang="en-US" sz="6000" dirty="0"/>
          </a:p>
        </p:txBody>
      </p:sp>
    </p:spTree>
    <p:extLst>
      <p:ext uri="{BB962C8B-B14F-4D97-AF65-F5344CB8AC3E}">
        <p14:creationId xmlns:p14="http://schemas.microsoft.com/office/powerpoint/2010/main" val="18610083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908131-B076-9CA9-37CC-FBC08C30A10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C9EC7595-7440-41F4-BF1D-8E0ADC9AB52C}"/>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A7E0F38F-EDEA-5A8C-1B99-A25F83C3D27A}"/>
              </a:ext>
            </a:extLst>
          </p:cNvPr>
          <p:cNvPicPr>
            <a:picLocks noChangeAspect="1"/>
          </p:cNvPicPr>
          <p:nvPr/>
        </p:nvPicPr>
        <p:blipFill>
          <a:blip r:embed="rId2"/>
          <a:stretch>
            <a:fillRect/>
          </a:stretch>
        </p:blipFill>
        <p:spPr>
          <a:xfrm>
            <a:off x="0" y="0"/>
            <a:ext cx="9144000" cy="6934996"/>
          </a:xfrm>
          <a:prstGeom prst="rect">
            <a:avLst/>
          </a:prstGeom>
        </p:spPr>
      </p:pic>
    </p:spTree>
    <p:extLst>
      <p:ext uri="{BB962C8B-B14F-4D97-AF65-F5344CB8AC3E}">
        <p14:creationId xmlns:p14="http://schemas.microsoft.com/office/powerpoint/2010/main" val="6165962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1FAFF3-604F-15F1-FE63-4040553604B5}"/>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385FCF83-F647-5683-B7F3-DD0C306B0F5A}"/>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3274B012-89F3-4456-1BFC-B4571B3AA82C}"/>
              </a:ext>
            </a:extLst>
          </p:cNvPr>
          <p:cNvPicPr>
            <a:picLocks noChangeAspect="1"/>
          </p:cNvPicPr>
          <p:nvPr/>
        </p:nvPicPr>
        <p:blipFill>
          <a:blip r:embed="rId2"/>
          <a:stretch>
            <a:fillRect/>
          </a:stretch>
        </p:blipFill>
        <p:spPr>
          <a:xfrm>
            <a:off x="23703" y="0"/>
            <a:ext cx="9179333" cy="6858000"/>
          </a:xfrm>
          <a:prstGeom prst="rect">
            <a:avLst/>
          </a:prstGeom>
        </p:spPr>
      </p:pic>
    </p:spTree>
    <p:extLst>
      <p:ext uri="{BB962C8B-B14F-4D97-AF65-F5344CB8AC3E}">
        <p14:creationId xmlns:p14="http://schemas.microsoft.com/office/powerpoint/2010/main" val="40997852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98F792-598F-1640-1A12-9973176D4AAC}"/>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857F8318-4BC5-CA7C-AEFF-A0E844D0A5CE}"/>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5DBA5F6E-F47B-43A6-5435-231B4DF4B774}"/>
              </a:ext>
            </a:extLst>
          </p:cNvPr>
          <p:cNvPicPr>
            <a:picLocks noChangeAspect="1"/>
          </p:cNvPicPr>
          <p:nvPr/>
        </p:nvPicPr>
        <p:blipFill>
          <a:blip r:embed="rId2"/>
          <a:stretch>
            <a:fillRect/>
          </a:stretch>
        </p:blipFill>
        <p:spPr>
          <a:xfrm>
            <a:off x="0" y="-19226"/>
            <a:ext cx="9144000" cy="6940499"/>
          </a:xfrm>
          <a:prstGeom prst="rect">
            <a:avLst/>
          </a:prstGeom>
        </p:spPr>
      </p:pic>
    </p:spTree>
    <p:extLst>
      <p:ext uri="{BB962C8B-B14F-4D97-AF65-F5344CB8AC3E}">
        <p14:creationId xmlns:p14="http://schemas.microsoft.com/office/powerpoint/2010/main" val="5797367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201E2F-6B2F-BB5B-4331-FBC5BA9D9E65}"/>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42F48EF1-F3E8-2EF0-CA94-8694B927C4D7}"/>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A666AF25-0853-C6E7-5B7F-EACDC1DA07AD}"/>
              </a:ext>
            </a:extLst>
          </p:cNvPr>
          <p:cNvPicPr>
            <a:picLocks noChangeAspect="1"/>
          </p:cNvPicPr>
          <p:nvPr/>
        </p:nvPicPr>
        <p:blipFill>
          <a:blip r:embed="rId2"/>
          <a:stretch>
            <a:fillRect/>
          </a:stretch>
        </p:blipFill>
        <p:spPr>
          <a:xfrm>
            <a:off x="0" y="0"/>
            <a:ext cx="9229852" cy="6957392"/>
          </a:xfrm>
          <a:prstGeom prst="rect">
            <a:avLst/>
          </a:prstGeom>
        </p:spPr>
      </p:pic>
    </p:spTree>
    <p:extLst>
      <p:ext uri="{BB962C8B-B14F-4D97-AF65-F5344CB8AC3E}">
        <p14:creationId xmlns:p14="http://schemas.microsoft.com/office/powerpoint/2010/main" val="9776246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12BD11-848F-0293-DF71-12B65F1E22A6}"/>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CCFBFB5-E951-CB18-2CC7-81CE9126C3E0}"/>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A0FF16FD-224A-CEA4-DF66-6A76FA58AA24}"/>
              </a:ext>
            </a:extLst>
          </p:cNvPr>
          <p:cNvPicPr>
            <a:picLocks noChangeAspect="1"/>
          </p:cNvPicPr>
          <p:nvPr/>
        </p:nvPicPr>
        <p:blipFill>
          <a:blip r:embed="rId2"/>
          <a:stretch>
            <a:fillRect/>
          </a:stretch>
        </p:blipFill>
        <p:spPr>
          <a:xfrm>
            <a:off x="14157" y="-22408"/>
            <a:ext cx="9181044" cy="6880408"/>
          </a:xfrm>
          <a:prstGeom prst="rect">
            <a:avLst/>
          </a:prstGeom>
        </p:spPr>
      </p:pic>
    </p:spTree>
    <p:extLst>
      <p:ext uri="{BB962C8B-B14F-4D97-AF65-F5344CB8AC3E}">
        <p14:creationId xmlns:p14="http://schemas.microsoft.com/office/powerpoint/2010/main" val="4114388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1E75D7-D3E7-C0A0-DEDB-152D5A9584FC}"/>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2333A360-CC0B-3A5A-BC7E-0D8C91304C79}"/>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E868FC8B-5CDF-B2F3-262D-D4B0278009E3}"/>
              </a:ext>
            </a:extLst>
          </p:cNvPr>
          <p:cNvPicPr>
            <a:picLocks noChangeAspect="1"/>
          </p:cNvPicPr>
          <p:nvPr/>
        </p:nvPicPr>
        <p:blipFill>
          <a:blip r:embed="rId2"/>
          <a:stretch>
            <a:fillRect/>
          </a:stretch>
        </p:blipFill>
        <p:spPr>
          <a:xfrm>
            <a:off x="571" y="0"/>
            <a:ext cx="9208395" cy="6858000"/>
          </a:xfrm>
          <a:prstGeom prst="rect">
            <a:avLst/>
          </a:prstGeom>
        </p:spPr>
      </p:pic>
    </p:spTree>
    <p:extLst>
      <p:ext uri="{BB962C8B-B14F-4D97-AF65-F5344CB8AC3E}">
        <p14:creationId xmlns:p14="http://schemas.microsoft.com/office/powerpoint/2010/main" val="3420635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4556A7-5F46-77A1-47A4-E3F544DEDC96}"/>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11C840CF-7BF6-0D62-EFE9-CCB391FE55F1}"/>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21A73D4B-93D2-3261-C9A8-FAC4A80CC441}"/>
              </a:ext>
            </a:extLst>
          </p:cNvPr>
          <p:cNvPicPr>
            <a:picLocks noChangeAspect="1"/>
          </p:cNvPicPr>
          <p:nvPr/>
        </p:nvPicPr>
        <p:blipFill>
          <a:blip r:embed="rId2"/>
          <a:stretch>
            <a:fillRect/>
          </a:stretch>
        </p:blipFill>
        <p:spPr>
          <a:xfrm>
            <a:off x="8118" y="20103"/>
            <a:ext cx="9096506" cy="6937289"/>
          </a:xfrm>
          <a:prstGeom prst="rect">
            <a:avLst/>
          </a:prstGeom>
        </p:spPr>
      </p:pic>
    </p:spTree>
    <p:extLst>
      <p:ext uri="{BB962C8B-B14F-4D97-AF65-F5344CB8AC3E}">
        <p14:creationId xmlns:p14="http://schemas.microsoft.com/office/powerpoint/2010/main" val="25148501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5B9655-68CA-A889-A85C-469B8B2F3E3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951971E7-FDC2-E811-E05A-355882A87A1B}"/>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D34F794D-85EB-F8AD-659D-DDEC8D4BC83C}"/>
              </a:ext>
            </a:extLst>
          </p:cNvPr>
          <p:cNvPicPr>
            <a:picLocks noChangeAspect="1"/>
          </p:cNvPicPr>
          <p:nvPr/>
        </p:nvPicPr>
        <p:blipFill>
          <a:blip r:embed="rId2"/>
          <a:stretch>
            <a:fillRect/>
          </a:stretch>
        </p:blipFill>
        <p:spPr>
          <a:xfrm>
            <a:off x="0" y="0"/>
            <a:ext cx="9194006" cy="6858000"/>
          </a:xfrm>
          <a:prstGeom prst="rect">
            <a:avLst/>
          </a:prstGeom>
        </p:spPr>
      </p:pic>
    </p:spTree>
    <p:extLst>
      <p:ext uri="{BB962C8B-B14F-4D97-AF65-F5344CB8AC3E}">
        <p14:creationId xmlns:p14="http://schemas.microsoft.com/office/powerpoint/2010/main" val="32233002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DB047D-1097-B478-DAAA-04949FEA67B0}"/>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A2CF25CC-E0F9-1424-0A22-4F7F03559C72}"/>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443EB1FD-F996-D6FD-3F7B-0915C1F8223A}"/>
              </a:ext>
            </a:extLst>
          </p:cNvPr>
          <p:cNvPicPr>
            <a:picLocks noChangeAspect="1"/>
          </p:cNvPicPr>
          <p:nvPr/>
        </p:nvPicPr>
        <p:blipFill>
          <a:blip r:embed="rId2"/>
          <a:stretch>
            <a:fillRect/>
          </a:stretch>
        </p:blipFill>
        <p:spPr>
          <a:xfrm>
            <a:off x="6117" y="0"/>
            <a:ext cx="9161693" cy="6858000"/>
          </a:xfrm>
          <a:prstGeom prst="rect">
            <a:avLst/>
          </a:prstGeom>
        </p:spPr>
      </p:pic>
    </p:spTree>
    <p:extLst>
      <p:ext uri="{BB962C8B-B14F-4D97-AF65-F5344CB8AC3E}">
        <p14:creationId xmlns:p14="http://schemas.microsoft.com/office/powerpoint/2010/main" val="1856552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相關資料</a:t>
            </a:r>
          </a:p>
        </p:txBody>
      </p:sp>
      <p:sp>
        <p:nvSpPr>
          <p:cNvPr id="3" name="內容版面配置區 2"/>
          <p:cNvSpPr>
            <a:spLocks noGrp="1"/>
          </p:cNvSpPr>
          <p:nvPr>
            <p:ph idx="1"/>
          </p:nvPr>
        </p:nvSpPr>
        <p:spPr/>
        <p:txBody>
          <a:bodyPr>
            <a:normAutofit lnSpcReduction="10000"/>
          </a:bodyPr>
          <a:lstStyle/>
          <a:p>
            <a:r>
              <a:rPr lang="en-US" altLang="zh-TW" dirty="0">
                <a:latin typeface="微軟正黑體" panose="020B0604030504040204" pitchFamily="34" charset="-120"/>
                <a:hlinkClick r:id="rId2"/>
              </a:rPr>
              <a:t>http://social.chcg.gov.tw/files/8_1010709_%E7%A4%BE%E5%8D%80%E8%A9%95%E9%91%91%E6%8A%80%E5%B7%A7-%E8%AC%9D%E9%9B%85%E6%83%85.pdf</a:t>
            </a:r>
            <a:endParaRPr lang="en-US" altLang="zh-TW" dirty="0">
              <a:latin typeface="微軟正黑體" panose="020B0604030504040204" pitchFamily="34" charset="-120"/>
            </a:endParaRPr>
          </a:p>
          <a:p>
            <a:r>
              <a:rPr lang="zh-TW" altLang="en-US" dirty="0">
                <a:latin typeface="微軟正黑體" panose="020B0604030504040204" pitchFamily="34" charset="-120"/>
              </a:rPr>
              <a:t>部分資料參考</a:t>
            </a:r>
            <a:r>
              <a:rPr lang="en-US" altLang="zh-TW" dirty="0">
                <a:latin typeface="微軟正黑體" panose="020B0604030504040204" pitchFamily="34" charset="-120"/>
              </a:rPr>
              <a:t>:</a:t>
            </a:r>
            <a:r>
              <a:rPr lang="zh-TW" altLang="en-US" dirty="0">
                <a:latin typeface="微軟正黑體" panose="020B0604030504040204" pitchFamily="34" charset="-120"/>
              </a:rPr>
              <a:t>陳柏宗老師簡報</a:t>
            </a:r>
          </a:p>
          <a:p>
            <a:r>
              <a:rPr kumimoji="1" lang="zh-TW" altLang="en-US" dirty="0">
                <a:latin typeface="微軟正黑體" panose="020B0604030504040204" pitchFamily="34" charset="-120"/>
              </a:rPr>
              <a:t>屏東縣政府</a:t>
            </a:r>
            <a:r>
              <a:rPr lang="zh-TW" altLang="en-US" dirty="0">
                <a:latin typeface="微軟正黑體" panose="020B0604030504040204" pitchFamily="34" charset="-120"/>
              </a:rPr>
              <a:t>社區溝通與衝突處理</a:t>
            </a:r>
            <a:r>
              <a:rPr lang="zh-TW" altLang="en-US" dirty="0">
                <a:latin typeface="微軟正黑體" panose="020B0604030504040204" pitchFamily="34" charset="-120"/>
                <a:cs typeface="華康儷粗宋" pitchFamily="49" charset="-120"/>
              </a:rPr>
              <a:t>屏東縣社會處社工督導 </a:t>
            </a:r>
            <a:endParaRPr lang="en-US" altLang="zh-TW" dirty="0">
              <a:latin typeface="微軟正黑體" panose="020B0604030504040204" pitchFamily="34" charset="-120"/>
            </a:endParaRPr>
          </a:p>
          <a:p>
            <a:endParaRPr lang="zh-TW" altLang="en-US" dirty="0"/>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5713</TotalTime>
  <Words>3667</Words>
  <Application>Microsoft Office PowerPoint</Application>
  <PresentationFormat>如螢幕大小 (4:3)</PresentationFormat>
  <Paragraphs>737</Paragraphs>
  <Slides>54</Slides>
  <Notes>2</Notes>
  <HiddenSlides>0</HiddenSlides>
  <MMClips>0</MMClips>
  <ScaleCrop>false</ScaleCrop>
  <HeadingPairs>
    <vt:vector size="8" baseType="variant">
      <vt:variant>
        <vt:lpstr>使用字型</vt:lpstr>
      </vt:variant>
      <vt:variant>
        <vt:i4>16</vt:i4>
      </vt:variant>
      <vt:variant>
        <vt:lpstr>佈景主題</vt:lpstr>
      </vt:variant>
      <vt:variant>
        <vt:i4>1</vt:i4>
      </vt:variant>
      <vt:variant>
        <vt:lpstr>內嵌 OLE 伺服程式</vt:lpstr>
      </vt:variant>
      <vt:variant>
        <vt:i4>1</vt:i4>
      </vt:variant>
      <vt:variant>
        <vt:lpstr>投影片標題</vt:lpstr>
      </vt:variant>
      <vt:variant>
        <vt:i4>54</vt:i4>
      </vt:variant>
    </vt:vector>
  </HeadingPairs>
  <TitlesOfParts>
    <vt:vector size="72" baseType="lpstr">
      <vt:lpstr>Google Sans</vt:lpstr>
      <vt:lpstr>細明體</vt:lpstr>
      <vt:lpstr>華康POP3體W12</vt:lpstr>
      <vt:lpstr>華康POP3體W12(P)</vt:lpstr>
      <vt:lpstr>華康中特圓體</vt:lpstr>
      <vt:lpstr>華康超明體</vt:lpstr>
      <vt:lpstr>華康新特黑體</vt:lpstr>
      <vt:lpstr>微軟正黑體</vt:lpstr>
      <vt:lpstr>微軟正黑體 Light</vt:lpstr>
      <vt:lpstr>新細明體</vt:lpstr>
      <vt:lpstr>標楷體</vt:lpstr>
      <vt:lpstr>Arial</vt:lpstr>
      <vt:lpstr>Calibri</vt:lpstr>
      <vt:lpstr>Franklin Gothic Book</vt:lpstr>
      <vt:lpstr>Open Sans</vt:lpstr>
      <vt:lpstr>Times New Roman</vt:lpstr>
      <vt:lpstr>Office 佈景主題</vt:lpstr>
      <vt:lpstr>工作表</vt:lpstr>
      <vt:lpstr>健全社區財務制度</vt:lpstr>
      <vt:lpstr>一、前言</vt:lpstr>
      <vt:lpstr>二、認識評鑑指標</vt:lpstr>
      <vt:lpstr>財務運作注意事項</vt:lpstr>
      <vt:lpstr>PowerPoint 簡報</vt:lpstr>
      <vt:lpstr>職權（源自於章程）</vt:lpstr>
      <vt:lpstr>會員大會職權 </vt:lpstr>
      <vt:lpstr>理事會職權 </vt:lpstr>
      <vt:lpstr>監事會職權 </vt:lpstr>
      <vt:lpstr>社區組織架構圖</vt:lpstr>
      <vt:lpstr>會議流程 </vt:lpstr>
      <vt:lpstr>會員大會議程 </vt:lpstr>
      <vt:lpstr>理監事會議程 </vt:lpstr>
      <vt:lpstr>PowerPoint 簡報</vt:lpstr>
      <vt:lpstr>出納</vt:lpstr>
      <vt:lpstr>會計</vt:lpstr>
      <vt:lpstr>PowerPoint 簡報</vt:lpstr>
      <vt:lpstr>各月份召開大會應檢附之財務報表 會計年度(1~12月) </vt:lpstr>
      <vt:lpstr>收支科目種類 </vt:lpstr>
      <vt:lpstr>預決算編列依據(社會團體財務處理辦法) </vt:lpstr>
      <vt:lpstr>社區收支報表（理監事會）</vt:lpstr>
      <vt:lpstr>社區年度經費收支決算表１ </vt:lpstr>
      <vt:lpstr>社區年度經費收支決算表2 </vt:lpstr>
      <vt:lpstr>PowerPoint 簡報</vt:lpstr>
      <vt:lpstr>PowerPoint 簡報</vt:lpstr>
      <vt:lpstr>社區財產目錄格式 </vt:lpstr>
      <vt:lpstr>社區財產目錄↓產業用 </vt:lpstr>
      <vt:lpstr>○○縣○○鄉鎮市○○社區發展協會115年度工作計畫</vt:lpstr>
      <vt:lpstr>PowerPoint 簡報</vt:lpstr>
      <vt:lpstr>社區年度經費收支預算表１ </vt:lpstr>
      <vt:lpstr>○○縣○○鄉鎮市○○社區發展協會收支預算表（範例） 中華民國115年01月01日至115年12月31日 </vt:lpstr>
      <vt:lpstr>PowerPoint 簡報</vt:lpstr>
      <vt:lpstr>台東縣○○鄉鎮市○○社區發展協會 現金出納表 </vt:lpstr>
      <vt:lpstr>○○縣○○鄉（鎮、市）○○社區發展協會 基金收支表 </vt:lpstr>
      <vt:lpstr>○○縣○○鄉（鎮、市）○○社區發展協會 基金收支表 </vt:lpstr>
      <vt:lpstr>6.社區相關法規及網頁 法令介紹(全國法規資料庫)</vt:lpstr>
      <vt:lpstr>財務呈現技巧</vt:lpstr>
      <vt:lpstr>專案管理圖表</vt:lpstr>
      <vt:lpstr>協會組織的報稅</vt:lpstr>
      <vt:lpstr>二代健保</vt:lpstr>
      <vt:lpstr>PowerPoint 簡報</vt:lpstr>
      <vt:lpstr>PowerPoint 簡報</vt:lpstr>
      <vt:lpstr>1月準備申報各類所得</vt:lpstr>
      <vt:lpstr>5月份報稅月 協會也要報稅喔~</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相關資料</vt:lpstr>
    </vt:vector>
  </TitlesOfParts>
  <Company>台灣微軟</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評鑑經驗分享</dc:title>
  <dc:creator>微軟用戶</dc:creator>
  <cp:lastModifiedBy>美玲 李</cp:lastModifiedBy>
  <cp:revision>36</cp:revision>
  <dcterms:created xsi:type="dcterms:W3CDTF">2015-12-20T08:25:33Z</dcterms:created>
  <dcterms:modified xsi:type="dcterms:W3CDTF">2026-04-07T07:43:36Z</dcterms:modified>
</cp:coreProperties>
</file>